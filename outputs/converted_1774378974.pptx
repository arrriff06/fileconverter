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0_17743789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9552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1_17743789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9552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