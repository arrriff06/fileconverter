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0_17743788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20785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1_17743788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20785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