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162800" cy="9455150"/>
  <p:notesSz cx="7162800" cy="94551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2342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7686" y="2931096"/>
            <a:ext cx="6093777" cy="19855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75372" y="5294884"/>
            <a:ext cx="5018405" cy="23637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58457" y="2174684"/>
            <a:ext cx="3118580" cy="6240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692112" y="2174684"/>
            <a:ext cx="3118580" cy="6240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457" y="378206"/>
            <a:ext cx="6452235" cy="15128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8457" y="2174684"/>
            <a:ext cx="6452235" cy="6240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437511" y="8793290"/>
            <a:ext cx="2294128" cy="472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58457" y="8793290"/>
            <a:ext cx="1648904" cy="472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61788" y="8793290"/>
            <a:ext cx="1648904" cy="472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mailto:hossainarif8364@gmail.com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4112" y="1802876"/>
            <a:ext cx="6802755" cy="8890"/>
          </a:xfrm>
          <a:custGeom>
            <a:avLst/>
            <a:gdLst/>
            <a:ahLst/>
            <a:cxnLst/>
            <a:rect l="l" t="t" r="r" b="b"/>
            <a:pathLst>
              <a:path w="6802755" h="8889">
                <a:moveTo>
                  <a:pt x="6802628" y="0"/>
                </a:moveTo>
                <a:lnTo>
                  <a:pt x="0" y="0"/>
                </a:lnTo>
                <a:lnTo>
                  <a:pt x="0" y="8778"/>
                </a:lnTo>
                <a:lnTo>
                  <a:pt x="6802628" y="8778"/>
                </a:lnTo>
                <a:lnTo>
                  <a:pt x="6802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020" y="2020823"/>
            <a:ext cx="6751320" cy="236220"/>
          </a:xfrm>
          <a:prstGeom prst="rect">
            <a:avLst/>
          </a:prstGeom>
          <a:solidFill>
            <a:srgbClr val="A6A6A6"/>
          </a:solidFill>
          <a:ln w="609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355"/>
              </a:lnSpc>
            </a:pPr>
            <a:r>
              <a:rPr sz="1200" b="1" spc="-10" dirty="0">
                <a:latin typeface="Times New Roman"/>
                <a:cs typeface="Times New Roman"/>
              </a:rPr>
              <a:t>Career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Objective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212" y="3031235"/>
            <a:ext cx="6753225" cy="208915"/>
          </a:xfrm>
          <a:prstGeom prst="rect">
            <a:avLst/>
          </a:prstGeom>
          <a:solidFill>
            <a:srgbClr val="A6A6A6"/>
          </a:solidFill>
          <a:ln w="609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360"/>
              </a:lnSpc>
            </a:pPr>
            <a:r>
              <a:rPr sz="1200" b="1" spc="-10" dirty="0">
                <a:latin typeface="Times New Roman"/>
                <a:cs typeface="Times New Roman"/>
              </a:rPr>
              <a:t>Education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4027" y="5228844"/>
            <a:ext cx="6728459" cy="180340"/>
          </a:xfrm>
          <a:prstGeom prst="rect">
            <a:avLst/>
          </a:prstGeom>
          <a:solidFill>
            <a:srgbClr val="A6A6A6"/>
          </a:solidFill>
          <a:ln w="609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370"/>
              </a:lnSpc>
            </a:pPr>
            <a:r>
              <a:rPr sz="1200" b="1" spc="-10" dirty="0">
                <a:latin typeface="Times New Roman"/>
                <a:cs typeface="Times New Roman"/>
              </a:rPr>
              <a:t>Skills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027" y="6300215"/>
            <a:ext cx="6751320" cy="208915"/>
          </a:xfrm>
          <a:prstGeom prst="rect">
            <a:avLst/>
          </a:prstGeom>
          <a:solidFill>
            <a:srgbClr val="A6A6A6"/>
          </a:solidFill>
          <a:ln w="609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370"/>
              </a:lnSpc>
            </a:pPr>
            <a:r>
              <a:rPr sz="1200" b="1" spc="-10" dirty="0">
                <a:latin typeface="Times New Roman"/>
                <a:cs typeface="Times New Roman"/>
              </a:rPr>
              <a:t>Internships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971" y="1578990"/>
            <a:ext cx="11303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Taki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Road–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743437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9442" y="1177543"/>
            <a:ext cx="4017645" cy="591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Sk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Arif </a:t>
            </a:r>
            <a:r>
              <a:rPr sz="1600" b="1" spc="-10" dirty="0">
                <a:latin typeface="Times New Roman"/>
                <a:cs typeface="Times New Roman"/>
              </a:rPr>
              <a:t>Hossain</a:t>
            </a:r>
            <a:endParaRPr sz="16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  <a:spcBef>
                <a:spcPts val="1220"/>
              </a:spcBef>
              <a:tabLst>
                <a:tab pos="2964815" algn="l"/>
              </a:tabLst>
            </a:pPr>
            <a:r>
              <a:rPr sz="1100" spc="-10" dirty="0">
                <a:latin typeface="Times New Roman"/>
                <a:cs typeface="Times New Roman"/>
                <a:hlinkClick r:id="rId2"/>
              </a:rPr>
              <a:t>hossainarif8364@gmail.com</a:t>
            </a:r>
            <a:r>
              <a:rPr sz="1100" dirty="0">
                <a:latin typeface="Times New Roman"/>
                <a:cs typeface="Times New Roman"/>
              </a:rPr>
              <a:t>	+91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–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7864982131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741" y="2394532"/>
            <a:ext cx="6467475" cy="537968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motivated BCA student with basic knowledge of programming and web development. Looking for an opportunity to learn and work on real-world projects to improve technical and problem-solving skills, while gaining practical industry experience and contributing to quality software solutions.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3725" y="3436975"/>
            <a:ext cx="4470400" cy="157607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93370" indent="-229870">
              <a:lnSpc>
                <a:spcPct val="100000"/>
              </a:lnSpc>
              <a:spcBef>
                <a:spcPts val="315"/>
              </a:spcBef>
              <a:buFont typeface="Symbol"/>
              <a:buChar char=""/>
              <a:tabLst>
                <a:tab pos="293370" algn="l"/>
              </a:tabLst>
            </a:pPr>
            <a:r>
              <a:rPr sz="1100" dirty="0">
                <a:latin typeface="Times New Roman"/>
                <a:cs typeface="Times New Roman"/>
              </a:rPr>
              <a:t>Brainware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University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| </a:t>
            </a:r>
            <a:r>
              <a:rPr sz="1100" spc="-10" dirty="0">
                <a:latin typeface="Times New Roman"/>
                <a:cs typeface="Times New Roman"/>
              </a:rPr>
              <a:t>Barasat</a:t>
            </a:r>
            <a:endParaRPr sz="1100" dirty="0">
              <a:latin typeface="Times New Roman"/>
              <a:cs typeface="Times New Roman"/>
            </a:endParaRPr>
          </a:p>
          <a:p>
            <a:pPr marL="307340">
              <a:lnSpc>
                <a:spcPct val="100000"/>
              </a:lnSpc>
              <a:spcBef>
                <a:spcPts val="215"/>
              </a:spcBef>
            </a:pPr>
            <a:r>
              <a:rPr sz="1100" dirty="0">
                <a:latin typeface="Times New Roman"/>
                <a:cs typeface="Times New Roman"/>
              </a:rPr>
              <a:t>Bachelor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Applications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(BCA)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Graduation: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2026</a:t>
            </a:r>
            <a:endParaRPr sz="1100" dirty="0">
              <a:latin typeface="Times New Roman"/>
              <a:cs typeface="Times New Roman"/>
            </a:endParaRPr>
          </a:p>
          <a:p>
            <a:pPr marL="307340" marR="68580">
              <a:lnSpc>
                <a:spcPts val="1550"/>
              </a:lnSpc>
              <a:spcBef>
                <a:spcPts val="75"/>
              </a:spcBef>
            </a:pPr>
            <a:r>
              <a:rPr sz="1100" dirty="0">
                <a:latin typeface="Times New Roman"/>
                <a:cs typeface="Times New Roman"/>
              </a:rPr>
              <a:t>Relevant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Coursework: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Languages,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Structures,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DBMS </a:t>
            </a:r>
            <a:r>
              <a:rPr sz="1100" dirty="0">
                <a:latin typeface="Times New Roman"/>
                <a:cs typeface="Times New Roman"/>
              </a:rPr>
              <a:t>SGPA: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9.4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(4</a:t>
            </a:r>
            <a:r>
              <a:rPr sz="1050" baseline="27777" dirty="0">
                <a:latin typeface="Times New Roman"/>
                <a:cs typeface="Times New Roman"/>
              </a:rPr>
              <a:t>th</a:t>
            </a:r>
            <a:r>
              <a:rPr sz="1050" spc="104" baseline="27777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semester)</a:t>
            </a:r>
            <a:endParaRPr sz="1100" dirty="0">
              <a:latin typeface="Times New Roman"/>
              <a:cs typeface="Times New Roman"/>
            </a:endParaRPr>
          </a:p>
          <a:p>
            <a:pPr marL="293370" indent="-229870">
              <a:lnSpc>
                <a:spcPct val="100000"/>
              </a:lnSpc>
              <a:spcBef>
                <a:spcPts val="130"/>
              </a:spcBef>
              <a:buFont typeface="Symbol"/>
              <a:buChar char=""/>
              <a:tabLst>
                <a:tab pos="293370" algn="l"/>
              </a:tabLst>
            </a:pPr>
            <a:r>
              <a:rPr sz="1100" dirty="0">
                <a:latin typeface="Times New Roman"/>
                <a:cs typeface="Times New Roman"/>
              </a:rPr>
              <a:t>WBSCBoard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|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BBHS</a:t>
            </a:r>
            <a:endParaRPr sz="1100" dirty="0">
              <a:latin typeface="Times New Roman"/>
              <a:cs typeface="Times New Roman"/>
            </a:endParaRPr>
          </a:p>
          <a:p>
            <a:pPr marL="342265">
              <a:lnSpc>
                <a:spcPct val="100000"/>
              </a:lnSpc>
              <a:spcBef>
                <a:spcPts val="215"/>
              </a:spcBef>
            </a:pPr>
            <a:r>
              <a:rPr sz="1100" dirty="0">
                <a:latin typeface="Times New Roman"/>
                <a:cs typeface="Times New Roman"/>
              </a:rPr>
              <a:t>Higher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Secondary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(12th)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Score: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82%</a:t>
            </a:r>
            <a:endParaRPr sz="1100" dirty="0">
              <a:latin typeface="Times New Roman"/>
              <a:cs typeface="Times New Roman"/>
            </a:endParaRPr>
          </a:p>
          <a:p>
            <a:pPr marL="293370" marR="2489200" indent="-230504">
              <a:lnSpc>
                <a:spcPct val="109100"/>
              </a:lnSpc>
              <a:spcBef>
                <a:spcPts val="95"/>
              </a:spcBef>
              <a:buFont typeface="Symbol"/>
              <a:buChar char=""/>
              <a:tabLst>
                <a:tab pos="328295" algn="l"/>
              </a:tabLst>
            </a:pPr>
            <a:r>
              <a:rPr sz="1100" dirty="0">
                <a:latin typeface="Times New Roman"/>
                <a:cs typeface="Times New Roman"/>
              </a:rPr>
              <a:t>WBSEBoard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|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BBHS 	</a:t>
            </a:r>
            <a:r>
              <a:rPr sz="1100" dirty="0">
                <a:latin typeface="Times New Roman"/>
                <a:cs typeface="Times New Roman"/>
              </a:rPr>
              <a:t>Secondary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(10th)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Score:</a:t>
            </a:r>
            <a:r>
              <a:rPr sz="1100" spc="-25" dirty="0">
                <a:latin typeface="Times New Roman"/>
                <a:cs typeface="Times New Roman"/>
              </a:rPr>
              <a:t> 85%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2755" y="5537961"/>
            <a:ext cx="37369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2245" algn="l"/>
              </a:tabLst>
            </a:pPr>
            <a:r>
              <a:rPr sz="1100" dirty="0">
                <a:latin typeface="Times New Roman"/>
                <a:cs typeface="Times New Roman"/>
              </a:rPr>
              <a:t>Programming: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Java,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Python</a:t>
            </a:r>
            <a:endParaRPr sz="1100" dirty="0">
              <a:latin typeface="Times New Roman"/>
              <a:cs typeface="Times New Roman"/>
            </a:endParaRPr>
          </a:p>
          <a:p>
            <a:pPr marL="182245" indent="-169545">
              <a:lnSpc>
                <a:spcPct val="100000"/>
              </a:lnSpc>
              <a:buFont typeface="Arial MT"/>
              <a:buChar char="•"/>
              <a:tabLst>
                <a:tab pos="182245" algn="l"/>
              </a:tabLst>
            </a:pPr>
            <a:r>
              <a:rPr sz="1100" dirty="0">
                <a:latin typeface="Times New Roman"/>
                <a:cs typeface="Times New Roman"/>
              </a:rPr>
              <a:t>Web </a:t>
            </a:r>
            <a:r>
              <a:rPr sz="1100" spc="-10" dirty="0">
                <a:latin typeface="Times New Roman"/>
                <a:cs typeface="Times New Roman"/>
              </a:rPr>
              <a:t>Technologies: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HTML,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CSS,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JavaScript</a:t>
            </a:r>
            <a:r>
              <a:rPr lang="en-US" sz="1100" spc="-10" dirty="0">
                <a:latin typeface="Times New Roman"/>
                <a:cs typeface="Times New Roman"/>
              </a:rPr>
              <a:t>, React </a:t>
            </a:r>
            <a:r>
              <a:rPr lang="en-US" sz="1100" spc="-10" dirty="0" err="1">
                <a:latin typeface="Times New Roman"/>
                <a:cs typeface="Times New Roman"/>
              </a:rPr>
              <a:t>js</a:t>
            </a:r>
            <a:endParaRPr sz="1100" dirty="0">
              <a:latin typeface="Times New Roman"/>
              <a:cs typeface="Times New Roman"/>
            </a:endParaRPr>
          </a:p>
          <a:p>
            <a:pPr marL="182245" indent="-169545">
              <a:lnSpc>
                <a:spcPct val="100000"/>
              </a:lnSpc>
              <a:buFont typeface="Arial MT"/>
              <a:buChar char="•"/>
              <a:tabLst>
                <a:tab pos="182245" algn="l"/>
              </a:tabLst>
            </a:pPr>
            <a:r>
              <a:rPr sz="1100" dirty="0">
                <a:latin typeface="Times New Roman"/>
                <a:cs typeface="Times New Roman"/>
              </a:rPr>
              <a:t>Database: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MySQL</a:t>
            </a:r>
            <a:endParaRPr sz="1100" dirty="0">
              <a:latin typeface="Times New Roman"/>
              <a:cs typeface="Times New Roman"/>
            </a:endParaRPr>
          </a:p>
          <a:p>
            <a:pPr marL="182245" indent="-169545">
              <a:lnSpc>
                <a:spcPct val="100000"/>
              </a:lnSpc>
              <a:buFont typeface="Arial MT"/>
              <a:buChar char="•"/>
              <a:tabLst>
                <a:tab pos="182245" algn="l"/>
              </a:tabLst>
            </a:pPr>
            <a:r>
              <a:rPr sz="1100" spc="-10" dirty="0">
                <a:latin typeface="Times New Roman"/>
                <a:cs typeface="Times New Roman"/>
              </a:rPr>
              <a:t>Communication, </a:t>
            </a:r>
            <a:r>
              <a:rPr sz="1100" dirty="0">
                <a:latin typeface="Times New Roman"/>
                <a:cs typeface="Times New Roman"/>
              </a:rPr>
              <a:t>Teamwork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Problem-Solving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679" y="6648424"/>
            <a:ext cx="6354445" cy="55308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241300" marR="5080" indent="-228600">
              <a:lnSpc>
                <a:spcPct val="103600"/>
              </a:lnSpc>
              <a:spcBef>
                <a:spcPts val="145"/>
              </a:spcBef>
              <a:buFont typeface="Symbol"/>
              <a:buChar char=""/>
              <a:tabLst>
                <a:tab pos="241300" algn="l"/>
                <a:tab pos="5888355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JAVA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Development</a:t>
            </a:r>
            <a:r>
              <a:rPr sz="1100" b="1" spc="-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intern,</a:t>
            </a:r>
            <a:r>
              <a:rPr sz="1100" b="1" spc="-50" dirty="0">
                <a:latin typeface="Times New Roman"/>
                <a:cs typeface="Times New Roman"/>
              </a:rPr>
              <a:t> </a:t>
            </a:r>
            <a:r>
              <a:rPr sz="1100" b="1" spc="-60" dirty="0">
                <a:latin typeface="Times New Roman"/>
                <a:cs typeface="Times New Roman"/>
              </a:rPr>
              <a:t>Cognifyz</a:t>
            </a:r>
            <a:r>
              <a:rPr sz="1100" b="1" spc="-7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Technologies</a:t>
            </a:r>
            <a:r>
              <a:rPr sz="1100" b="1" dirty="0">
                <a:latin typeface="Times New Roman"/>
                <a:cs typeface="Times New Roman"/>
              </a:rPr>
              <a:t>	</a:t>
            </a:r>
            <a:r>
              <a:rPr sz="1100" b="1" spc="-10" dirty="0">
                <a:latin typeface="Times New Roman"/>
                <a:cs typeface="Times New Roman"/>
              </a:rPr>
              <a:t>Sept’17 </a:t>
            </a:r>
            <a:r>
              <a:rPr sz="1100" dirty="0">
                <a:latin typeface="Times New Roman"/>
                <a:cs typeface="Times New Roman"/>
              </a:rPr>
              <a:t>Developing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modules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handling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, file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processing,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object-oriented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principles. </a:t>
            </a:r>
            <a:r>
              <a:rPr sz="1100" dirty="0">
                <a:latin typeface="Times New Roman"/>
                <a:cs typeface="Times New Roman"/>
              </a:rPr>
              <a:t>Gained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JAVA,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OOP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concepts,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collections,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multithreading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exception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handling.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22270" y="176021"/>
            <a:ext cx="1104900" cy="990600"/>
          </a:xfrm>
          <a:custGeom>
            <a:avLst/>
            <a:gdLst/>
            <a:ahLst/>
            <a:cxnLst/>
            <a:rect l="l" t="t" r="r" b="b"/>
            <a:pathLst>
              <a:path w="1104900" h="990600">
                <a:moveTo>
                  <a:pt x="0" y="990600"/>
                </a:moveTo>
                <a:lnTo>
                  <a:pt x="1104900" y="990600"/>
                </a:lnTo>
                <a:lnTo>
                  <a:pt x="11049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053588" y="538352"/>
            <a:ext cx="8324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PHOTOGRAPH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0"/>
            <a:ext cx="7162800" cy="9448800"/>
          </a:xfrm>
          <a:custGeom>
            <a:avLst/>
            <a:gdLst/>
            <a:ahLst/>
            <a:cxnLst/>
            <a:rect l="l" t="t" r="r" b="b"/>
            <a:pathLst>
              <a:path w="7162800" h="9448800">
                <a:moveTo>
                  <a:pt x="7162800" y="9442666"/>
                </a:moveTo>
                <a:lnTo>
                  <a:pt x="0" y="9442666"/>
                </a:lnTo>
                <a:lnTo>
                  <a:pt x="0" y="9448749"/>
                </a:lnTo>
                <a:lnTo>
                  <a:pt x="7162800" y="9448749"/>
                </a:lnTo>
                <a:lnTo>
                  <a:pt x="7162800" y="9442666"/>
                </a:lnTo>
                <a:close/>
              </a:path>
              <a:path w="7162800" h="9448800">
                <a:moveTo>
                  <a:pt x="7162800" y="0"/>
                </a:moveTo>
                <a:lnTo>
                  <a:pt x="0" y="0"/>
                </a:lnTo>
                <a:lnTo>
                  <a:pt x="0" y="6350"/>
                </a:lnTo>
                <a:lnTo>
                  <a:pt x="0" y="9442450"/>
                </a:lnTo>
                <a:lnTo>
                  <a:pt x="6096" y="9442450"/>
                </a:lnTo>
                <a:lnTo>
                  <a:pt x="6096" y="6350"/>
                </a:lnTo>
                <a:lnTo>
                  <a:pt x="7156704" y="6350"/>
                </a:lnTo>
                <a:lnTo>
                  <a:pt x="7156704" y="9442450"/>
                </a:lnTo>
                <a:lnTo>
                  <a:pt x="7162800" y="9442450"/>
                </a:lnTo>
                <a:lnTo>
                  <a:pt x="7162800" y="6350"/>
                </a:lnTo>
                <a:lnTo>
                  <a:pt x="7162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11836" y="7309104"/>
            <a:ext cx="6753225" cy="180340"/>
          </a:xfrm>
          <a:prstGeom prst="rect">
            <a:avLst/>
          </a:prstGeom>
          <a:solidFill>
            <a:srgbClr val="A6A6A6"/>
          </a:solidFill>
          <a:ln w="609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365"/>
              </a:lnSpc>
            </a:pPr>
            <a:r>
              <a:rPr sz="1200" b="1" spc="-10" dirty="0">
                <a:latin typeface="Times New Roman"/>
                <a:cs typeface="Times New Roman"/>
              </a:rPr>
              <a:t>Academic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Projects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3001" y="7543038"/>
            <a:ext cx="6440805" cy="153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23535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Times New Roman"/>
                <a:cs typeface="Times New Roman"/>
              </a:rPr>
              <a:t>Aug’15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-</a:t>
            </a:r>
            <a:r>
              <a:rPr sz="1100" b="1" spc="-10" dirty="0">
                <a:latin typeface="Times New Roman"/>
                <a:cs typeface="Times New Roman"/>
              </a:rPr>
              <a:t> Present</a:t>
            </a:r>
            <a:endParaRPr sz="1100">
              <a:latin typeface="Times New Roman"/>
              <a:cs typeface="Times New Roman"/>
            </a:endParaRPr>
          </a:p>
          <a:p>
            <a:pPr marL="182245" indent="-169545">
              <a:lnSpc>
                <a:spcPct val="100000"/>
              </a:lnSpc>
              <a:buFont typeface="Arial MT"/>
              <a:buChar char="•"/>
              <a:tabLst>
                <a:tab pos="182245" algn="l"/>
              </a:tabLst>
            </a:pP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Year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Group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Project: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College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 Management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Application</a:t>
            </a:r>
            <a:endParaRPr sz="1100">
              <a:latin typeface="Times New Roman"/>
              <a:cs typeface="Times New Roman"/>
            </a:endParaRPr>
          </a:p>
          <a:p>
            <a:pPr marL="187960" marR="127762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Designed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implemented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modules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creation,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registration,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scheduling. </a:t>
            </a:r>
            <a:r>
              <a:rPr sz="1100" dirty="0">
                <a:latin typeface="Times New Roman"/>
                <a:cs typeface="Times New Roman"/>
              </a:rPr>
              <a:t>Collaborated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members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database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logic.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Times New Roman"/>
              <a:cs typeface="Times New Roman"/>
            </a:endParaRPr>
          </a:p>
          <a:p>
            <a:pPr marL="219710" indent="-207010">
              <a:lnSpc>
                <a:spcPct val="100000"/>
              </a:lnSpc>
              <a:buFont typeface="Arial MT"/>
              <a:buChar char="•"/>
              <a:tabLst>
                <a:tab pos="219710" algn="l"/>
              </a:tabLst>
            </a:pPr>
            <a:r>
              <a:rPr sz="1100" dirty="0">
                <a:latin typeface="Times New Roman"/>
                <a:cs typeface="Times New Roman"/>
              </a:rPr>
              <a:t>Tech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Stack: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React,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JavaScript,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HTML,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CSS,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MongoDB</a:t>
            </a:r>
            <a:endParaRPr sz="1100">
              <a:latin typeface="Times New Roman"/>
              <a:cs typeface="Times New Roman"/>
            </a:endParaRPr>
          </a:p>
          <a:p>
            <a:pPr marL="220979" marR="54483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Worked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frontend: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responsive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UI,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implemented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upload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categorization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features.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MongoDB for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storing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retrieving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data.</a:t>
            </a:r>
            <a:endParaRPr sz="1100">
              <a:latin typeface="Times New Roman"/>
              <a:cs typeface="Times New Roman"/>
            </a:endParaRPr>
          </a:p>
          <a:p>
            <a:pPr marL="220979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Currently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customizing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enhancing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functionality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experience.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43961" y="90677"/>
            <a:ext cx="1447800" cy="1109980"/>
            <a:chOff x="2743961" y="90677"/>
            <a:chExt cx="1447800" cy="1109980"/>
          </a:xfrm>
        </p:grpSpPr>
        <p:sp>
          <p:nvSpPr>
            <p:cNvPr id="19" name="object 19"/>
            <p:cNvSpPr/>
            <p:nvPr/>
          </p:nvSpPr>
          <p:spPr>
            <a:xfrm>
              <a:off x="2743961" y="90677"/>
              <a:ext cx="1447800" cy="1109980"/>
            </a:xfrm>
            <a:custGeom>
              <a:avLst/>
              <a:gdLst/>
              <a:ahLst/>
              <a:cxnLst/>
              <a:rect l="l" t="t" r="r" b="b"/>
              <a:pathLst>
                <a:path w="1447800" h="1109980">
                  <a:moveTo>
                    <a:pt x="1262888" y="0"/>
                  </a:moveTo>
                  <a:lnTo>
                    <a:pt x="184912" y="0"/>
                  </a:lnTo>
                  <a:lnTo>
                    <a:pt x="135760" y="6606"/>
                  </a:lnTo>
                  <a:lnTo>
                    <a:pt x="91590" y="25249"/>
                  </a:lnTo>
                  <a:lnTo>
                    <a:pt x="54165" y="54165"/>
                  </a:lnTo>
                  <a:lnTo>
                    <a:pt x="25249" y="91590"/>
                  </a:lnTo>
                  <a:lnTo>
                    <a:pt x="6606" y="135760"/>
                  </a:lnTo>
                  <a:lnTo>
                    <a:pt x="0" y="184912"/>
                  </a:lnTo>
                  <a:lnTo>
                    <a:pt x="0" y="924560"/>
                  </a:lnTo>
                  <a:lnTo>
                    <a:pt x="6606" y="973711"/>
                  </a:lnTo>
                  <a:lnTo>
                    <a:pt x="25249" y="1017881"/>
                  </a:lnTo>
                  <a:lnTo>
                    <a:pt x="54165" y="1055306"/>
                  </a:lnTo>
                  <a:lnTo>
                    <a:pt x="91590" y="1084222"/>
                  </a:lnTo>
                  <a:lnTo>
                    <a:pt x="135760" y="1102865"/>
                  </a:lnTo>
                  <a:lnTo>
                    <a:pt x="184912" y="1109472"/>
                  </a:lnTo>
                  <a:lnTo>
                    <a:pt x="1262888" y="1109472"/>
                  </a:lnTo>
                  <a:lnTo>
                    <a:pt x="1312039" y="1102865"/>
                  </a:lnTo>
                  <a:lnTo>
                    <a:pt x="1356209" y="1084222"/>
                  </a:lnTo>
                  <a:lnTo>
                    <a:pt x="1393634" y="1055306"/>
                  </a:lnTo>
                  <a:lnTo>
                    <a:pt x="1422550" y="1017881"/>
                  </a:lnTo>
                  <a:lnTo>
                    <a:pt x="1441193" y="973711"/>
                  </a:lnTo>
                  <a:lnTo>
                    <a:pt x="1447800" y="924560"/>
                  </a:lnTo>
                  <a:lnTo>
                    <a:pt x="1447800" y="184912"/>
                  </a:lnTo>
                  <a:lnTo>
                    <a:pt x="1441193" y="135760"/>
                  </a:lnTo>
                  <a:lnTo>
                    <a:pt x="1422550" y="91590"/>
                  </a:lnTo>
                  <a:lnTo>
                    <a:pt x="1393634" y="54165"/>
                  </a:lnTo>
                  <a:lnTo>
                    <a:pt x="1356209" y="25249"/>
                  </a:lnTo>
                  <a:lnTo>
                    <a:pt x="1312039" y="6606"/>
                  </a:lnTo>
                  <a:lnTo>
                    <a:pt x="1262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2195" y="175259"/>
              <a:ext cx="1014984" cy="10134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4027" y="2708148"/>
            <a:ext cx="6751320" cy="180340"/>
          </a:xfrm>
          <a:prstGeom prst="rect">
            <a:avLst/>
          </a:prstGeom>
          <a:solidFill>
            <a:srgbClr val="A6A6A6"/>
          </a:solidFill>
          <a:ln w="609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355"/>
              </a:lnSpc>
            </a:pPr>
            <a:r>
              <a:rPr sz="1200" b="1" spc="-10" dirty="0">
                <a:latin typeface="Times New Roman"/>
                <a:cs typeface="Times New Roman"/>
              </a:rPr>
              <a:t>Language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4027" y="419100"/>
            <a:ext cx="6751320" cy="207645"/>
          </a:xfrm>
          <a:prstGeom prst="rect">
            <a:avLst/>
          </a:prstGeom>
          <a:solidFill>
            <a:srgbClr val="A6A6A6"/>
          </a:solidFill>
          <a:ln w="609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355"/>
              </a:lnSpc>
            </a:pPr>
            <a:r>
              <a:rPr sz="1200" b="1" spc="-25" dirty="0">
                <a:latin typeface="Times New Roman"/>
                <a:cs typeface="Times New Roman"/>
              </a:rPr>
              <a:t>Extra-</a:t>
            </a:r>
            <a:r>
              <a:rPr sz="1200" b="1" spc="-10" dirty="0">
                <a:latin typeface="Times New Roman"/>
                <a:cs typeface="Times New Roman"/>
              </a:rPr>
              <a:t>curricular</a:t>
            </a:r>
            <a:r>
              <a:rPr sz="1200" b="1" spc="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Activities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027" y="1648967"/>
            <a:ext cx="6751320" cy="208915"/>
          </a:xfrm>
          <a:prstGeom prst="rect">
            <a:avLst/>
          </a:prstGeom>
          <a:solidFill>
            <a:srgbClr val="A6A6A6"/>
          </a:solidFill>
          <a:ln w="609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360"/>
              </a:lnSpc>
            </a:pPr>
            <a:r>
              <a:rPr sz="1200" b="1" dirty="0">
                <a:latin typeface="Times New Roman"/>
                <a:cs typeface="Times New Roman"/>
              </a:rPr>
              <a:t>Hobbies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Interests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16802" y="724915"/>
            <a:ext cx="4603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Times New Roman"/>
                <a:cs typeface="Times New Roman"/>
              </a:rPr>
              <a:t>Sept’28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883" y="3107537"/>
            <a:ext cx="688975" cy="6426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spc="-10" dirty="0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spc="-10" dirty="0">
                <a:latin typeface="Times New Roman"/>
                <a:cs typeface="Times New Roman"/>
              </a:rPr>
              <a:t>Hindi</a:t>
            </a:r>
            <a:endParaRPr sz="1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spc="-10" dirty="0">
                <a:latin typeface="Times New Roman"/>
                <a:cs typeface="Times New Roman"/>
              </a:rPr>
              <a:t>Bengali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215" y="793749"/>
            <a:ext cx="5400675" cy="73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Participated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inter-college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drama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competition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“Breathe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Clean,</a:t>
            </a:r>
            <a:r>
              <a:rPr sz="1100" spc="-25" dirty="0">
                <a:latin typeface="Times New Roman"/>
                <a:cs typeface="Times New Roman"/>
              </a:rPr>
              <a:t> No </a:t>
            </a:r>
            <a:r>
              <a:rPr sz="1100" dirty="0">
                <a:latin typeface="Times New Roman"/>
                <a:cs typeface="Times New Roman"/>
              </a:rPr>
              <a:t>Tobacco”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spread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awareness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about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harmful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effects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smoking.</a:t>
            </a:r>
            <a:endParaRPr sz="1100">
              <a:latin typeface="Times New Roman"/>
              <a:cs typeface="Times New Roman"/>
            </a:endParaRPr>
          </a:p>
          <a:p>
            <a:pPr marL="241300" marR="308610" indent="-228600">
              <a:lnSpc>
                <a:spcPct val="100000"/>
              </a:lnSpc>
              <a:spcBef>
                <a:spcPts val="305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Collaborated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 team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script,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rehearse,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 deliver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play,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demonstrating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strong </a:t>
            </a:r>
            <a:r>
              <a:rPr sz="1100" dirty="0">
                <a:latin typeface="Times New Roman"/>
                <a:cs typeface="Times New Roman"/>
              </a:rPr>
              <a:t>communication,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teamwork,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coordination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skills.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3883" y="2074477"/>
            <a:ext cx="2328545" cy="41084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95"/>
              </a:spcBef>
              <a:buFont typeface="Symbol"/>
              <a:buChar char=""/>
              <a:tabLst>
                <a:tab pos="240665" algn="l"/>
              </a:tabLst>
            </a:pPr>
            <a:r>
              <a:rPr sz="1100" spc="-10" dirty="0">
                <a:latin typeface="Times New Roman"/>
                <a:cs typeface="Times New Roman"/>
              </a:rPr>
              <a:t>Playing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Chess</a:t>
            </a:r>
            <a:endParaRPr sz="1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95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Reading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books,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newspaper,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24" y="9444190"/>
                </a:moveTo>
                <a:lnTo>
                  <a:pt x="0" y="9444190"/>
                </a:lnTo>
                <a:lnTo>
                  <a:pt x="0" y="9450273"/>
                </a:lnTo>
                <a:lnTo>
                  <a:pt x="7164324" y="9450273"/>
                </a:lnTo>
                <a:lnTo>
                  <a:pt x="7164324" y="9444190"/>
                </a:lnTo>
                <a:close/>
              </a:path>
              <a:path w="7164705" h="9450705">
                <a:moveTo>
                  <a:pt x="7164324" y="0"/>
                </a:moveTo>
                <a:lnTo>
                  <a:pt x="0" y="0"/>
                </a:lnTo>
                <a:lnTo>
                  <a:pt x="0" y="6350"/>
                </a:lnTo>
                <a:lnTo>
                  <a:pt x="0" y="9443720"/>
                </a:lnTo>
                <a:lnTo>
                  <a:pt x="6096" y="9443720"/>
                </a:lnTo>
                <a:lnTo>
                  <a:pt x="6096" y="6350"/>
                </a:lnTo>
                <a:lnTo>
                  <a:pt x="7158228" y="6350"/>
                </a:lnTo>
                <a:lnTo>
                  <a:pt x="7158228" y="9443720"/>
                </a:lnTo>
                <a:lnTo>
                  <a:pt x="7164324" y="9443720"/>
                </a:lnTo>
                <a:lnTo>
                  <a:pt x="7164324" y="6350"/>
                </a:lnTo>
                <a:lnTo>
                  <a:pt x="71643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347</Words>
  <Application>Microsoft Office PowerPoint</Application>
  <PresentationFormat>Custom</PresentationFormat>
  <Paragraphs>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 MT</vt:lpstr>
      <vt:lpstr>Calibri</vt:lpstr>
      <vt:lpstr>Symbol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Internshala</dc:creator>
  <cp:lastModifiedBy>Arif Hossain</cp:lastModifiedBy>
  <cp:revision>1</cp:revision>
  <dcterms:created xsi:type="dcterms:W3CDTF">2025-10-27T18:28:14Z</dcterms:created>
  <dcterms:modified xsi:type="dcterms:W3CDTF">2025-10-27T18:33:35Z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2025-10-27T00:00:00Z</vt:filetime>
  </property>
  <property fmtid="{D5CDD505-2E9C-101B-9397-08002B2CF9AE}" pid="5" name="Producer">
    <vt:lpwstr>Microsoft® PowerPoint® LTSC</vt:lpwstr>
  </property>
</Properties>
</file>