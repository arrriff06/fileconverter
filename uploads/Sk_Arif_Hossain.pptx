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162800" cy="9455150"/>
  <p:notesSz cx="7162800" cy="94551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2549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7210" y="2931096"/>
            <a:ext cx="6088380" cy="19855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74420" y="5294884"/>
            <a:ext cx="5013960" cy="23637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58140" y="2174684"/>
            <a:ext cx="3115818" cy="6240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688842" y="2174684"/>
            <a:ext cx="3115818" cy="6240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140" y="378206"/>
            <a:ext cx="6446520" cy="15128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8140" y="2174684"/>
            <a:ext cx="6446520" cy="6240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35352" y="8793290"/>
            <a:ext cx="2292096" cy="472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8140" y="8793290"/>
            <a:ext cx="1647444" cy="472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57216" y="8793290"/>
            <a:ext cx="1647444" cy="472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hossainarif8364@gmail.com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112" y="1802878"/>
            <a:ext cx="6803390" cy="9525"/>
          </a:xfrm>
          <a:custGeom>
            <a:avLst/>
            <a:gdLst/>
            <a:ahLst/>
            <a:cxnLst/>
            <a:rect l="l" t="t" r="r" b="b"/>
            <a:pathLst>
              <a:path w="6803390" h="9525">
                <a:moveTo>
                  <a:pt x="6803008" y="0"/>
                </a:moveTo>
                <a:lnTo>
                  <a:pt x="0" y="0"/>
                </a:lnTo>
                <a:lnTo>
                  <a:pt x="0" y="9029"/>
                </a:lnTo>
                <a:lnTo>
                  <a:pt x="6803008" y="9029"/>
                </a:lnTo>
                <a:lnTo>
                  <a:pt x="68030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020" y="2020823"/>
            <a:ext cx="6751320" cy="236220"/>
          </a:xfrm>
          <a:prstGeom prst="rect">
            <a:avLst/>
          </a:prstGeom>
          <a:solidFill>
            <a:srgbClr val="A6A6A6"/>
          </a:solidFill>
          <a:ln w="60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60"/>
              </a:lnSpc>
            </a:pPr>
            <a:r>
              <a:rPr sz="1200" b="1" spc="-10" dirty="0">
                <a:latin typeface="Times New Roman"/>
                <a:cs typeface="Times New Roman"/>
              </a:rPr>
              <a:t>Career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Objective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212" y="3031235"/>
            <a:ext cx="6753225" cy="208915"/>
          </a:xfrm>
          <a:prstGeom prst="rect">
            <a:avLst/>
          </a:prstGeom>
          <a:solidFill>
            <a:srgbClr val="A6A6A6"/>
          </a:solidFill>
          <a:ln w="60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60"/>
              </a:lnSpc>
            </a:pPr>
            <a:r>
              <a:rPr sz="1200" b="1" spc="-10" dirty="0">
                <a:latin typeface="Times New Roman"/>
                <a:cs typeface="Times New Roman"/>
              </a:rPr>
              <a:t>Education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027" y="5228843"/>
            <a:ext cx="6728459" cy="180340"/>
          </a:xfrm>
          <a:prstGeom prst="rect">
            <a:avLst/>
          </a:prstGeom>
          <a:solidFill>
            <a:srgbClr val="A6A6A6"/>
          </a:solidFill>
          <a:ln w="60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65"/>
              </a:lnSpc>
            </a:pPr>
            <a:r>
              <a:rPr sz="1200" b="1" spc="-10" dirty="0">
                <a:latin typeface="Times New Roman"/>
                <a:cs typeface="Times New Roman"/>
              </a:rPr>
              <a:t>Skills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027" y="6300215"/>
            <a:ext cx="6751320" cy="208915"/>
          </a:xfrm>
          <a:prstGeom prst="rect">
            <a:avLst/>
          </a:prstGeom>
          <a:solidFill>
            <a:srgbClr val="A6A6A6"/>
          </a:solidFill>
          <a:ln w="60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65"/>
              </a:lnSpc>
            </a:pPr>
            <a:r>
              <a:rPr sz="1200" b="1" spc="-10" dirty="0">
                <a:latin typeface="Times New Roman"/>
                <a:cs typeface="Times New Roman"/>
              </a:rPr>
              <a:t>Internships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361" y="1574672"/>
            <a:ext cx="11169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Taki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Road–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743437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9442" y="1171193"/>
            <a:ext cx="1742439" cy="591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Sk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Arif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Hossain</a:t>
            </a:r>
            <a:endParaRPr sz="16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  <a:spcBef>
                <a:spcPts val="1220"/>
              </a:spcBef>
            </a:pP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hossainarif8364@gmail.com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62065" y="1568957"/>
            <a:ext cx="10636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+91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7864982131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141" y="2407411"/>
            <a:ext cx="602996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motivated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BCA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basic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knowledge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development.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Looking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 </a:t>
            </a:r>
            <a:r>
              <a:rPr sz="1100" dirty="0">
                <a:latin typeface="Times New Roman"/>
                <a:cs typeface="Times New Roman"/>
              </a:rPr>
              <a:t>opportunity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 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real-world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problem-</a:t>
            </a:r>
            <a:r>
              <a:rPr sz="1100" dirty="0">
                <a:latin typeface="Times New Roman"/>
                <a:cs typeface="Times New Roman"/>
              </a:rPr>
              <a:t>solving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skills,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while </a:t>
            </a:r>
            <a:r>
              <a:rPr sz="1100" dirty="0">
                <a:latin typeface="Times New Roman"/>
                <a:cs typeface="Times New Roman"/>
              </a:rPr>
              <a:t>gaining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practical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contributing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solutions.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4335" y="3436466"/>
            <a:ext cx="4435475" cy="156845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93370" indent="-22987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293370" algn="l"/>
              </a:tabLst>
            </a:pPr>
            <a:r>
              <a:rPr sz="1100" spc="-10" dirty="0">
                <a:latin typeface="Times New Roman"/>
                <a:cs typeface="Times New Roman"/>
              </a:rPr>
              <a:t>Brainware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University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Barasat</a:t>
            </a:r>
            <a:endParaRPr sz="1100" dirty="0">
              <a:latin typeface="Times New Roman"/>
              <a:cs typeface="Times New Roman"/>
            </a:endParaRPr>
          </a:p>
          <a:p>
            <a:pPr marL="307340">
              <a:lnSpc>
                <a:spcPct val="100000"/>
              </a:lnSpc>
              <a:spcBef>
                <a:spcPts val="190"/>
              </a:spcBef>
            </a:pPr>
            <a:r>
              <a:rPr sz="1100" spc="-10" dirty="0">
                <a:latin typeface="Times New Roman"/>
                <a:cs typeface="Times New Roman"/>
              </a:rPr>
              <a:t>Bachelor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Computer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Applications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(BCA)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Graduation: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2026</a:t>
            </a:r>
            <a:endParaRPr sz="1100" dirty="0">
              <a:latin typeface="Times New Roman"/>
              <a:cs typeface="Times New Roman"/>
            </a:endParaRPr>
          </a:p>
          <a:p>
            <a:pPr marL="307340">
              <a:lnSpc>
                <a:spcPct val="100000"/>
              </a:lnSpc>
              <a:spcBef>
                <a:spcPts val="240"/>
              </a:spcBef>
            </a:pPr>
            <a:r>
              <a:rPr sz="1100" dirty="0">
                <a:latin typeface="Times New Roman"/>
                <a:cs typeface="Times New Roman"/>
              </a:rPr>
              <a:t>Relevant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Coursework: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Programming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Structures,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DBMS</a:t>
            </a:r>
            <a:endParaRPr sz="1100" dirty="0">
              <a:latin typeface="Times New Roman"/>
              <a:cs typeface="Times New Roman"/>
            </a:endParaRPr>
          </a:p>
          <a:p>
            <a:pPr marL="30734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latin typeface="Times New Roman"/>
                <a:cs typeface="Times New Roman"/>
              </a:rPr>
              <a:t>SGPA: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9.</a:t>
            </a:r>
            <a:r>
              <a:rPr lang="en-US" sz="1100" dirty="0">
                <a:latin typeface="Times New Roman"/>
                <a:cs typeface="Times New Roman"/>
              </a:rPr>
              <a:t>7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lang="en-US" sz="1100" dirty="0">
                <a:latin typeface="Times New Roman"/>
                <a:cs typeface="Times New Roman"/>
              </a:rPr>
              <a:t>5</a:t>
            </a:r>
            <a:r>
              <a:rPr sz="1050" baseline="23809" dirty="0">
                <a:latin typeface="Times New Roman"/>
                <a:cs typeface="Times New Roman"/>
              </a:rPr>
              <a:t>th</a:t>
            </a:r>
            <a:r>
              <a:rPr sz="1050" spc="75" baseline="2380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semester)</a:t>
            </a:r>
            <a:endParaRPr sz="1100" dirty="0">
              <a:latin typeface="Times New Roman"/>
              <a:cs typeface="Times New Roman"/>
            </a:endParaRPr>
          </a:p>
          <a:p>
            <a:pPr marL="293370" indent="-229870">
              <a:lnSpc>
                <a:spcPct val="100000"/>
              </a:lnSpc>
              <a:spcBef>
                <a:spcPts val="250"/>
              </a:spcBef>
              <a:buFont typeface="Symbol"/>
              <a:buChar char=""/>
              <a:tabLst>
                <a:tab pos="293370" algn="l"/>
              </a:tabLst>
            </a:pPr>
            <a:r>
              <a:rPr sz="1100" dirty="0">
                <a:latin typeface="Times New Roman"/>
                <a:cs typeface="Times New Roman"/>
              </a:rPr>
              <a:t>WBSCBoard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</a:t>
            </a:r>
            <a:r>
              <a:rPr sz="1100" spc="-20" dirty="0">
                <a:latin typeface="Times New Roman"/>
                <a:cs typeface="Times New Roman"/>
              </a:rPr>
              <a:t> BBHS</a:t>
            </a:r>
            <a:endParaRPr sz="1100" dirty="0">
              <a:latin typeface="Times New Roman"/>
              <a:cs typeface="Times New Roman"/>
            </a:endParaRPr>
          </a:p>
          <a:p>
            <a:pPr marL="342265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Times New Roman"/>
                <a:cs typeface="Times New Roman"/>
              </a:rPr>
              <a:t>Higher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Secondary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(12th)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Score: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82%</a:t>
            </a:r>
            <a:endParaRPr sz="1100" dirty="0">
              <a:latin typeface="Times New Roman"/>
              <a:cs typeface="Times New Roman"/>
            </a:endParaRPr>
          </a:p>
          <a:p>
            <a:pPr marL="293370" marR="2474595" indent="-231775">
              <a:lnSpc>
                <a:spcPct val="109100"/>
              </a:lnSpc>
              <a:buFont typeface="Symbol"/>
              <a:buChar char=""/>
              <a:tabLst>
                <a:tab pos="327025" algn="l"/>
              </a:tabLst>
            </a:pPr>
            <a:r>
              <a:rPr sz="1100" dirty="0">
                <a:latin typeface="Times New Roman"/>
                <a:cs typeface="Times New Roman"/>
              </a:rPr>
              <a:t>WBSEBoard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</a:t>
            </a:r>
            <a:r>
              <a:rPr sz="1100" spc="-20" dirty="0">
                <a:latin typeface="Times New Roman"/>
                <a:cs typeface="Times New Roman"/>
              </a:rPr>
              <a:t> BBHS 	</a:t>
            </a:r>
            <a:r>
              <a:rPr sz="1100" dirty="0">
                <a:latin typeface="Times New Roman"/>
                <a:cs typeface="Times New Roman"/>
              </a:rPr>
              <a:t>Secondary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(10th)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Score: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85%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450" y="5534913"/>
            <a:ext cx="37007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0975" algn="l"/>
              </a:tabLst>
            </a:pPr>
            <a:r>
              <a:rPr sz="1100" spc="-10" dirty="0">
                <a:latin typeface="Times New Roman"/>
                <a:cs typeface="Times New Roman"/>
              </a:rPr>
              <a:t>Programming: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Java,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Python</a:t>
            </a:r>
            <a:endParaRPr sz="1100">
              <a:latin typeface="Times New Roman"/>
              <a:cs typeface="Times New Roman"/>
            </a:endParaRPr>
          </a:p>
          <a:p>
            <a:pPr marL="180975" indent="-168275">
              <a:lnSpc>
                <a:spcPct val="100000"/>
              </a:lnSpc>
              <a:buFont typeface="Arial MT"/>
              <a:buChar char="•"/>
              <a:tabLst>
                <a:tab pos="180975" algn="l"/>
              </a:tabLst>
            </a:pP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Technologies:</a:t>
            </a:r>
            <a:r>
              <a:rPr sz="1100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HTML,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JavaScript,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React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js</a:t>
            </a:r>
            <a:endParaRPr sz="1100">
              <a:latin typeface="Times New Roman"/>
              <a:cs typeface="Times New Roman"/>
            </a:endParaRPr>
          </a:p>
          <a:p>
            <a:pPr marL="180975" indent="-168275">
              <a:lnSpc>
                <a:spcPct val="100000"/>
              </a:lnSpc>
              <a:buFont typeface="Arial MT"/>
              <a:buChar char="•"/>
              <a:tabLst>
                <a:tab pos="180975" algn="l"/>
              </a:tabLst>
            </a:pPr>
            <a:r>
              <a:rPr sz="1100" dirty="0">
                <a:latin typeface="Times New Roman"/>
                <a:cs typeface="Times New Roman"/>
              </a:rPr>
              <a:t>Database: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MySQL</a:t>
            </a:r>
            <a:endParaRPr sz="1100">
              <a:latin typeface="Times New Roman"/>
              <a:cs typeface="Times New Roman"/>
            </a:endParaRPr>
          </a:p>
          <a:p>
            <a:pPr marL="180975" indent="-168275">
              <a:lnSpc>
                <a:spcPct val="100000"/>
              </a:lnSpc>
              <a:buFont typeface="Arial MT"/>
              <a:buChar char="•"/>
              <a:tabLst>
                <a:tab pos="180975" algn="l"/>
              </a:tabLst>
            </a:pPr>
            <a:r>
              <a:rPr sz="1100" spc="-20" dirty="0">
                <a:latin typeface="Times New Roman"/>
                <a:cs typeface="Times New Roman"/>
              </a:rPr>
              <a:t>Communication,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Teamwork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Problem-</a:t>
            </a:r>
            <a:r>
              <a:rPr sz="1100" spc="-10" dirty="0">
                <a:latin typeface="Times New Roman"/>
                <a:cs typeface="Times New Roman"/>
              </a:rPr>
              <a:t>Solving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375" y="6645909"/>
            <a:ext cx="6346825" cy="54292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40665" marR="5080" indent="-228600">
              <a:lnSpc>
                <a:spcPct val="104099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5889625" algn="l"/>
              </a:tabLst>
            </a:pPr>
            <a:r>
              <a:rPr sz="1100" b="1" dirty="0">
                <a:latin typeface="Times New Roman"/>
                <a:cs typeface="Times New Roman"/>
              </a:rPr>
              <a:t>JAVA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Development</a:t>
            </a:r>
            <a:r>
              <a:rPr sz="1100" b="1" spc="-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intern,</a:t>
            </a:r>
            <a:r>
              <a:rPr sz="1100" b="1" spc="-70" dirty="0">
                <a:latin typeface="Times New Roman"/>
                <a:cs typeface="Times New Roman"/>
              </a:rPr>
              <a:t> </a:t>
            </a:r>
            <a:r>
              <a:rPr sz="1100" b="1" spc="-60" dirty="0">
                <a:latin typeface="Times New Roman"/>
                <a:cs typeface="Times New Roman"/>
              </a:rPr>
              <a:t>Cognifyz</a:t>
            </a:r>
            <a:r>
              <a:rPr sz="1100" b="1" spc="-1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Technologies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20" dirty="0">
                <a:latin typeface="Times New Roman"/>
                <a:cs typeface="Times New Roman"/>
              </a:rPr>
              <a:t>Sept’17 </a:t>
            </a:r>
            <a:r>
              <a:rPr sz="1100" spc="-10" dirty="0">
                <a:latin typeface="Times New Roman"/>
                <a:cs typeface="Times New Roman"/>
              </a:rPr>
              <a:t>Developing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object-oriented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principles. </a:t>
            </a:r>
            <a:r>
              <a:rPr sz="1100" dirty="0">
                <a:latin typeface="Times New Roman"/>
                <a:cs typeface="Times New Roman"/>
              </a:rPr>
              <a:t>Gained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JAVA,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OOP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concepts,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collections,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multithreading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exception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handling.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23794" y="176021"/>
            <a:ext cx="1104900" cy="990600"/>
          </a:xfrm>
          <a:custGeom>
            <a:avLst/>
            <a:gdLst/>
            <a:ahLst/>
            <a:cxnLst/>
            <a:rect l="l" t="t" r="r" b="b"/>
            <a:pathLst>
              <a:path w="1104900" h="990600">
                <a:moveTo>
                  <a:pt x="0" y="990600"/>
                </a:moveTo>
                <a:lnTo>
                  <a:pt x="1104900" y="990600"/>
                </a:lnTo>
                <a:lnTo>
                  <a:pt x="11049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053588" y="529208"/>
            <a:ext cx="8324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PHOTOGRAPH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-254"/>
            <a:ext cx="7162800" cy="9449435"/>
          </a:xfrm>
          <a:custGeom>
            <a:avLst/>
            <a:gdLst/>
            <a:ahLst/>
            <a:cxnLst/>
            <a:rect l="l" t="t" r="r" b="b"/>
            <a:pathLst>
              <a:path w="7162800" h="9449435">
                <a:moveTo>
                  <a:pt x="7162800" y="9442920"/>
                </a:moveTo>
                <a:lnTo>
                  <a:pt x="0" y="9442920"/>
                </a:lnTo>
                <a:lnTo>
                  <a:pt x="0" y="9449003"/>
                </a:lnTo>
                <a:lnTo>
                  <a:pt x="7162800" y="9449003"/>
                </a:lnTo>
                <a:lnTo>
                  <a:pt x="7162800" y="9442920"/>
                </a:lnTo>
                <a:close/>
              </a:path>
              <a:path w="7162800" h="9449435">
                <a:moveTo>
                  <a:pt x="7162800" y="0"/>
                </a:moveTo>
                <a:lnTo>
                  <a:pt x="0" y="0"/>
                </a:lnTo>
                <a:lnTo>
                  <a:pt x="0" y="6350"/>
                </a:lnTo>
                <a:lnTo>
                  <a:pt x="0" y="9442450"/>
                </a:lnTo>
                <a:lnTo>
                  <a:pt x="6096" y="9442450"/>
                </a:lnTo>
                <a:lnTo>
                  <a:pt x="6096" y="6350"/>
                </a:lnTo>
                <a:lnTo>
                  <a:pt x="7156704" y="6350"/>
                </a:lnTo>
                <a:lnTo>
                  <a:pt x="7156704" y="9442450"/>
                </a:lnTo>
                <a:lnTo>
                  <a:pt x="7162800" y="9442450"/>
                </a:lnTo>
                <a:lnTo>
                  <a:pt x="7162800" y="6350"/>
                </a:lnTo>
                <a:lnTo>
                  <a:pt x="7162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1836" y="7309103"/>
            <a:ext cx="6753225" cy="180340"/>
          </a:xfrm>
          <a:prstGeom prst="rect">
            <a:avLst/>
          </a:prstGeom>
          <a:solidFill>
            <a:srgbClr val="A6A6A6"/>
          </a:solidFill>
          <a:ln w="60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65"/>
              </a:lnSpc>
            </a:pPr>
            <a:r>
              <a:rPr sz="1200" b="1" spc="-20" dirty="0">
                <a:latin typeface="Times New Roman"/>
                <a:cs typeface="Times New Roman"/>
              </a:rPr>
              <a:t>Academic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Projects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2696" y="7539608"/>
            <a:ext cx="6430010" cy="154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24805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/>
                <a:cs typeface="Times New Roman"/>
              </a:rPr>
              <a:t>Aug’15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-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Present</a:t>
            </a:r>
            <a:endParaRPr sz="1100">
              <a:latin typeface="Times New Roman"/>
              <a:cs typeface="Times New Roman"/>
            </a:endParaRPr>
          </a:p>
          <a:p>
            <a:pPr marL="180975" indent="-16827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0975" algn="l"/>
              </a:tabLst>
            </a:pP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Year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Group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Project:</a:t>
            </a:r>
            <a:r>
              <a:rPr sz="1100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College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 </a:t>
            </a:r>
            <a:r>
              <a:rPr sz="1100" spc="-10" dirty="0">
                <a:latin typeface="Times New Roman"/>
                <a:cs typeface="Times New Roman"/>
              </a:rPr>
              <a:t>Management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</a:t>
            </a:r>
            <a:endParaRPr sz="1100">
              <a:latin typeface="Times New Roman"/>
              <a:cs typeface="Times New Roman"/>
            </a:endParaRPr>
          </a:p>
          <a:p>
            <a:pPr marL="187325" marR="1310005">
              <a:lnSpc>
                <a:spcPct val="100000"/>
              </a:lnSpc>
            </a:pPr>
            <a:r>
              <a:rPr sz="1100" spc="-10" dirty="0">
                <a:latin typeface="Times New Roman"/>
                <a:cs typeface="Times New Roman"/>
              </a:rPr>
              <a:t>Designed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implemented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creation,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registration,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scheduling. Collaborated</a:t>
            </a:r>
            <a:r>
              <a:rPr sz="1100" spc="-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members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database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-10" dirty="0">
                <a:latin typeface="Times New Roman"/>
                <a:cs typeface="Times New Roman"/>
              </a:rPr>
              <a:t> logic.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100">
              <a:latin typeface="Times New Roman"/>
              <a:cs typeface="Times New Roman"/>
            </a:endParaRPr>
          </a:p>
          <a:p>
            <a:pPr marL="219710" indent="-207010">
              <a:lnSpc>
                <a:spcPct val="100000"/>
              </a:lnSpc>
              <a:buFont typeface="Arial MT"/>
              <a:buChar char="•"/>
              <a:tabLst>
                <a:tab pos="219710" algn="l"/>
              </a:tabLst>
            </a:pPr>
            <a:r>
              <a:rPr sz="1100" dirty="0">
                <a:latin typeface="Times New Roman"/>
                <a:cs typeface="Times New Roman"/>
              </a:rPr>
              <a:t>Tech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Stack: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React,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JavaScript,</a:t>
            </a:r>
            <a:r>
              <a:rPr sz="1100" spc="-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HTML,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CSS, </a:t>
            </a:r>
            <a:r>
              <a:rPr sz="1100" spc="-10" dirty="0">
                <a:latin typeface="Times New Roman"/>
                <a:cs typeface="Times New Roman"/>
              </a:rPr>
              <a:t>MongoDB</a:t>
            </a:r>
            <a:endParaRPr sz="1100">
              <a:latin typeface="Times New Roman"/>
              <a:cs typeface="Times New Roman"/>
            </a:endParaRPr>
          </a:p>
          <a:p>
            <a:pPr marL="220979" marR="58039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Worked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frontend: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responsive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implemented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categorization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features.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MongoDB for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storing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retrieving</a:t>
            </a:r>
            <a:r>
              <a:rPr sz="1100" spc="-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data.</a:t>
            </a:r>
            <a:endParaRPr sz="1100">
              <a:latin typeface="Times New Roman"/>
              <a:cs typeface="Times New Roman"/>
            </a:endParaRPr>
          </a:p>
          <a:p>
            <a:pPr marL="220979">
              <a:lnSpc>
                <a:spcPct val="100000"/>
              </a:lnSpc>
            </a:pPr>
            <a:r>
              <a:rPr sz="1100" spc="-10" dirty="0">
                <a:latin typeface="Times New Roman"/>
                <a:cs typeface="Times New Roman"/>
              </a:rPr>
              <a:t>Currently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customizing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enhancing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functionality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743200" y="89915"/>
            <a:ext cx="1447800" cy="1110615"/>
            <a:chOff x="2743200" y="89915"/>
            <a:chExt cx="1447800" cy="1110615"/>
          </a:xfrm>
        </p:grpSpPr>
        <p:sp>
          <p:nvSpPr>
            <p:cNvPr id="20" name="object 20"/>
            <p:cNvSpPr/>
            <p:nvPr/>
          </p:nvSpPr>
          <p:spPr>
            <a:xfrm>
              <a:off x="2743200" y="89915"/>
              <a:ext cx="1447800" cy="1110615"/>
            </a:xfrm>
            <a:custGeom>
              <a:avLst/>
              <a:gdLst/>
              <a:ahLst/>
              <a:cxnLst/>
              <a:rect l="l" t="t" r="r" b="b"/>
              <a:pathLst>
                <a:path w="1447800" h="1110615">
                  <a:moveTo>
                    <a:pt x="1262888" y="0"/>
                  </a:moveTo>
                  <a:lnTo>
                    <a:pt x="184912" y="0"/>
                  </a:lnTo>
                  <a:lnTo>
                    <a:pt x="135762" y="6603"/>
                  </a:lnTo>
                  <a:lnTo>
                    <a:pt x="91567" y="25273"/>
                  </a:lnTo>
                  <a:lnTo>
                    <a:pt x="54101" y="54228"/>
                  </a:lnTo>
                  <a:lnTo>
                    <a:pt x="25273" y="91694"/>
                  </a:lnTo>
                  <a:lnTo>
                    <a:pt x="6604" y="135889"/>
                  </a:lnTo>
                  <a:lnTo>
                    <a:pt x="0" y="185038"/>
                  </a:lnTo>
                  <a:lnTo>
                    <a:pt x="0" y="925449"/>
                  </a:lnTo>
                  <a:lnTo>
                    <a:pt x="6604" y="974598"/>
                  </a:lnTo>
                  <a:lnTo>
                    <a:pt x="25273" y="1018794"/>
                  </a:lnTo>
                  <a:lnTo>
                    <a:pt x="54101" y="1056258"/>
                  </a:lnTo>
                  <a:lnTo>
                    <a:pt x="91567" y="1085214"/>
                  </a:lnTo>
                  <a:lnTo>
                    <a:pt x="135762" y="1103883"/>
                  </a:lnTo>
                  <a:lnTo>
                    <a:pt x="184912" y="1110487"/>
                  </a:lnTo>
                  <a:lnTo>
                    <a:pt x="1262888" y="1110487"/>
                  </a:lnTo>
                  <a:lnTo>
                    <a:pt x="1312037" y="1103883"/>
                  </a:lnTo>
                  <a:lnTo>
                    <a:pt x="1356233" y="1085214"/>
                  </a:lnTo>
                  <a:lnTo>
                    <a:pt x="1393571" y="1056258"/>
                  </a:lnTo>
                  <a:lnTo>
                    <a:pt x="1422527" y="1018794"/>
                  </a:lnTo>
                  <a:lnTo>
                    <a:pt x="1441196" y="974598"/>
                  </a:lnTo>
                  <a:lnTo>
                    <a:pt x="1447800" y="925449"/>
                  </a:lnTo>
                  <a:lnTo>
                    <a:pt x="1447800" y="185038"/>
                  </a:lnTo>
                  <a:lnTo>
                    <a:pt x="1441196" y="135889"/>
                  </a:lnTo>
                  <a:lnTo>
                    <a:pt x="1422527" y="91694"/>
                  </a:lnTo>
                  <a:lnTo>
                    <a:pt x="1393571" y="54228"/>
                  </a:lnTo>
                  <a:lnTo>
                    <a:pt x="1356233" y="25273"/>
                  </a:lnTo>
                  <a:lnTo>
                    <a:pt x="1312037" y="6603"/>
                  </a:lnTo>
                  <a:lnTo>
                    <a:pt x="1262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2195" y="175259"/>
              <a:ext cx="1014983" cy="10134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027" y="2708147"/>
            <a:ext cx="6751320" cy="180340"/>
          </a:xfrm>
          <a:prstGeom prst="rect">
            <a:avLst/>
          </a:prstGeom>
          <a:solidFill>
            <a:srgbClr val="A6A6A6"/>
          </a:solidFill>
          <a:ln w="60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60"/>
              </a:lnSpc>
            </a:pPr>
            <a:r>
              <a:rPr sz="1200" b="1" spc="-10" dirty="0">
                <a:latin typeface="Times New Roman"/>
                <a:cs typeface="Times New Roman"/>
              </a:rPr>
              <a:t>Language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027" y="419099"/>
            <a:ext cx="6751320" cy="207645"/>
          </a:xfrm>
          <a:prstGeom prst="rect">
            <a:avLst/>
          </a:prstGeom>
          <a:solidFill>
            <a:srgbClr val="A6A6A6"/>
          </a:solidFill>
          <a:ln w="60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55"/>
              </a:lnSpc>
            </a:pPr>
            <a:r>
              <a:rPr sz="1200" b="1" spc="-35" dirty="0">
                <a:latin typeface="Times New Roman"/>
                <a:cs typeface="Times New Roman"/>
              </a:rPr>
              <a:t>Extra-</a:t>
            </a:r>
            <a:r>
              <a:rPr sz="1200" b="1" spc="-10" dirty="0">
                <a:latin typeface="Times New Roman"/>
                <a:cs typeface="Times New Roman"/>
              </a:rPr>
              <a:t>curricular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Activities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027" y="1648967"/>
            <a:ext cx="6751320" cy="208915"/>
          </a:xfrm>
          <a:prstGeom prst="rect">
            <a:avLst/>
          </a:prstGeom>
          <a:solidFill>
            <a:srgbClr val="A6A6A6"/>
          </a:solidFill>
          <a:ln w="60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60"/>
              </a:lnSpc>
            </a:pPr>
            <a:r>
              <a:rPr sz="1200" b="1" dirty="0">
                <a:latin typeface="Times New Roman"/>
                <a:cs typeface="Times New Roman"/>
              </a:rPr>
              <a:t>Hobbies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Interests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7690" y="720039"/>
            <a:ext cx="46926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Times New Roman"/>
                <a:cs typeface="Times New Roman"/>
              </a:rPr>
              <a:t>Sept’28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578" y="3104235"/>
            <a:ext cx="680085" cy="6426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Hindi</a:t>
            </a: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Bengali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910" y="789177"/>
            <a:ext cx="5354320" cy="735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spc="-10" dirty="0">
                <a:latin typeface="Times New Roman"/>
                <a:cs typeface="Times New Roman"/>
              </a:rPr>
              <a:t>Participated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inter-college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drama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competition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performance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“Breathe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Clean, </a:t>
            </a:r>
            <a:r>
              <a:rPr sz="1100" spc="-25" dirty="0">
                <a:latin typeface="Times New Roman"/>
                <a:cs typeface="Times New Roman"/>
              </a:rPr>
              <a:t>No </a:t>
            </a:r>
            <a:r>
              <a:rPr sz="1100" spc="-10" dirty="0">
                <a:latin typeface="Times New Roman"/>
                <a:cs typeface="Times New Roman"/>
              </a:rPr>
              <a:t>Tobacco”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spread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awareness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harmful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effects</a:t>
            </a:r>
            <a:r>
              <a:rPr sz="1100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</a:t>
            </a:r>
            <a:r>
              <a:rPr sz="1100" spc="-10" dirty="0">
                <a:latin typeface="Times New Roman"/>
                <a:cs typeface="Times New Roman"/>
              </a:rPr>
              <a:t>smoking.</a:t>
            </a:r>
            <a:endParaRPr sz="1100">
              <a:latin typeface="Times New Roman"/>
              <a:cs typeface="Times New Roman"/>
            </a:endParaRPr>
          </a:p>
          <a:p>
            <a:pPr marL="241300" marR="303530" indent="-228600">
              <a:lnSpc>
                <a:spcPct val="100000"/>
              </a:lnSpc>
              <a:spcBef>
                <a:spcPts val="305"/>
              </a:spcBef>
              <a:buFont typeface="Symbol"/>
              <a:buChar char=""/>
              <a:tabLst>
                <a:tab pos="241300" algn="l"/>
              </a:tabLst>
            </a:pPr>
            <a:r>
              <a:rPr sz="1100" spc="-10" dirty="0">
                <a:latin typeface="Times New Roman"/>
                <a:cs typeface="Times New Roman"/>
              </a:rPr>
              <a:t>Collaborated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 script,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rehearse,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play,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demonstrating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strong communication,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teamwork,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coordination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skills.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578" y="2071217"/>
            <a:ext cx="2305685" cy="40957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Playing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Chess</a:t>
            </a: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Reading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books,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newspaper,</a:t>
            </a:r>
            <a:r>
              <a:rPr sz="1100" spc="-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-254"/>
            <a:ext cx="7164070" cy="9450705"/>
          </a:xfrm>
          <a:custGeom>
            <a:avLst/>
            <a:gdLst/>
            <a:ahLst/>
            <a:cxnLst/>
            <a:rect l="l" t="t" r="r" b="b"/>
            <a:pathLst>
              <a:path w="7164070" h="9450705">
                <a:moveTo>
                  <a:pt x="7163943" y="9444063"/>
                </a:moveTo>
                <a:lnTo>
                  <a:pt x="0" y="9444063"/>
                </a:lnTo>
                <a:lnTo>
                  <a:pt x="0" y="9450146"/>
                </a:lnTo>
                <a:lnTo>
                  <a:pt x="7163943" y="9450146"/>
                </a:lnTo>
                <a:lnTo>
                  <a:pt x="7163943" y="9444063"/>
                </a:lnTo>
                <a:close/>
              </a:path>
              <a:path w="7164070" h="9450705">
                <a:moveTo>
                  <a:pt x="7163943" y="0"/>
                </a:moveTo>
                <a:lnTo>
                  <a:pt x="0" y="0"/>
                </a:lnTo>
                <a:lnTo>
                  <a:pt x="0" y="6350"/>
                </a:lnTo>
                <a:lnTo>
                  <a:pt x="0" y="9443720"/>
                </a:lnTo>
                <a:lnTo>
                  <a:pt x="6083" y="9443720"/>
                </a:lnTo>
                <a:lnTo>
                  <a:pt x="6083" y="6350"/>
                </a:lnTo>
                <a:lnTo>
                  <a:pt x="7157847" y="6350"/>
                </a:lnTo>
                <a:lnTo>
                  <a:pt x="7157847" y="9443720"/>
                </a:lnTo>
                <a:lnTo>
                  <a:pt x="7163943" y="9443720"/>
                </a:lnTo>
                <a:lnTo>
                  <a:pt x="7163943" y="6350"/>
                </a:lnTo>
                <a:lnTo>
                  <a:pt x="7163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348</Words>
  <Application>Microsoft Office PowerPoint</Application>
  <PresentationFormat>Custom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 MT</vt:lpstr>
      <vt:lpstr>Calibri</vt:lpstr>
      <vt:lpstr>Symbol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Internshala</dc:creator>
  <cp:lastModifiedBy>Arif Hossain</cp:lastModifiedBy>
  <cp:revision>1</cp:revision>
  <dcterms:created xsi:type="dcterms:W3CDTF">2026-01-12T11:02:21Z</dcterms:created>
  <dcterms:modified xsi:type="dcterms:W3CDTF">2026-01-12T13:42:11Z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2026-01-12T00:00:00Z</vt:filetime>
  </property>
  <property fmtid="{D5CDD505-2E9C-101B-9397-08002B2CF9AE}" pid="5" name="Producer">
    <vt:lpwstr>Microsoft® PowerPoint® LTSC</vt:lpwstr>
  </property>
</Properties>
</file>