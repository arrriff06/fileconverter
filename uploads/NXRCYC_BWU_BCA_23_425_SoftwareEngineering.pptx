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8" r:id="rId4"/>
  </p:sldMasterIdLst>
  <p:notesMasterIdLst>
    <p:notesMasterId r:id="rId14"/>
  </p:notesMasterIdLst>
  <p:handoutMasterIdLst>
    <p:handoutMasterId r:id="rId15"/>
  </p:handoutMasterIdLst>
  <p:sldIdLst>
    <p:sldId id="410" r:id="rId5"/>
    <p:sldId id="383" r:id="rId6"/>
    <p:sldId id="391" r:id="rId7"/>
    <p:sldId id="411" r:id="rId8"/>
    <p:sldId id="412" r:id="rId9"/>
    <p:sldId id="414" r:id="rId10"/>
    <p:sldId id="415" r:id="rId11"/>
    <p:sldId id="416" r:id="rId12"/>
    <p:sldId id="39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A107856-5554-42FB-B03E-39F5DBC370B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6327" autoAdjust="0"/>
  </p:normalViewPr>
  <p:slideViewPr>
    <p:cSldViewPr snapToGrid="0">
      <p:cViewPr varScale="1">
        <p:scale>
          <a:sx n="82" d="100"/>
          <a:sy n="82" d="100"/>
        </p:scale>
        <p:origin x="720" y="9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howGuides="1">
      <p:cViewPr varScale="1">
        <p:scale>
          <a:sx n="58" d="100"/>
          <a:sy n="58" d="100"/>
        </p:scale>
        <p:origin x="3240" y="6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8F6756E-81DA-9FAC-70D8-556F658BDDA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EBEDD12-BCD5-485B-BCBC-34BB01D7923C}" type="datetimeFigureOut">
              <a:rPr lang="en-US" smtClean="0"/>
              <a:t>10/30/2025</a:t>
            </a:fld>
            <a:endParaRPr lang="en-US" dirty="0"/>
          </a:p>
        </p:txBody>
      </p:sp>
      <p:sp>
        <p:nvSpPr>
          <p:cNvPr id="6" name="Slide Number Placeholder 5">
            <a:extLst>
              <a:ext uri="{FF2B5EF4-FFF2-40B4-BE49-F238E27FC236}">
                <a16:creationId xmlns:a16="http://schemas.microsoft.com/office/drawing/2014/main" id="{A771D415-D05A-7067-CCD3-457153D96C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2C230DF-5933-439D-898F-38E9AC9BA688}" type="slidenum">
              <a:rPr lang="en-US" smtClean="0"/>
              <a:t>‹#›</a:t>
            </a:fld>
            <a:endParaRPr lang="en-US" dirty="0"/>
          </a:p>
        </p:txBody>
      </p:sp>
      <p:sp>
        <p:nvSpPr>
          <p:cNvPr id="7" name="Footer Placeholder 6">
            <a:extLst>
              <a:ext uri="{FF2B5EF4-FFF2-40B4-BE49-F238E27FC236}">
                <a16:creationId xmlns:a16="http://schemas.microsoft.com/office/drawing/2014/main" id="{B97095E3-54D2-CFD2-4F49-7536FC8641D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8" name="Header Placeholder 7">
            <a:extLst>
              <a:ext uri="{FF2B5EF4-FFF2-40B4-BE49-F238E27FC236}">
                <a16:creationId xmlns:a16="http://schemas.microsoft.com/office/drawing/2014/main" id="{521EE01A-C0B5-5ECF-96DD-768F86AA15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Tree>
    <p:extLst>
      <p:ext uri="{BB962C8B-B14F-4D97-AF65-F5344CB8AC3E}">
        <p14:creationId xmlns:p14="http://schemas.microsoft.com/office/powerpoint/2010/main" val="26532284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E7A52F-9D89-7442-A8E9-48D1527B5F6B}" type="datetimeFigureOut">
              <a:rPr lang="en-US" smtClean="0"/>
              <a:t>10/30/2025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9C7E07-3C67-C64C-8DA0-0404F6303970}" type="slidenum">
              <a:rPr lang="en-US" smtClean="0"/>
              <a:t>‹#›</a:t>
            </a:fld>
            <a:endParaRPr lang="en-US" dirty="0"/>
          </a:p>
        </p:txBody>
      </p:sp>
    </p:spTree>
    <p:extLst>
      <p:ext uri="{BB962C8B-B14F-4D97-AF65-F5344CB8AC3E}">
        <p14:creationId xmlns:p14="http://schemas.microsoft.com/office/powerpoint/2010/main" val="4032528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a:t>
            </a:fld>
            <a:endParaRPr lang="en-US" dirty="0"/>
          </a:p>
        </p:txBody>
      </p:sp>
    </p:spTree>
    <p:extLst>
      <p:ext uri="{BB962C8B-B14F-4D97-AF65-F5344CB8AC3E}">
        <p14:creationId xmlns:p14="http://schemas.microsoft.com/office/powerpoint/2010/main" val="10924538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2</a:t>
            </a:fld>
            <a:endParaRPr lang="en-US" dirty="0"/>
          </a:p>
        </p:txBody>
      </p:sp>
    </p:spTree>
    <p:extLst>
      <p:ext uri="{BB962C8B-B14F-4D97-AF65-F5344CB8AC3E}">
        <p14:creationId xmlns:p14="http://schemas.microsoft.com/office/powerpoint/2010/main" val="31134168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3</a:t>
            </a:fld>
            <a:endParaRPr lang="en-US" dirty="0"/>
          </a:p>
        </p:txBody>
      </p:sp>
    </p:spTree>
    <p:extLst>
      <p:ext uri="{BB962C8B-B14F-4D97-AF65-F5344CB8AC3E}">
        <p14:creationId xmlns:p14="http://schemas.microsoft.com/office/powerpoint/2010/main" val="39082765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4</a:t>
            </a:fld>
            <a:endParaRPr lang="en-US" dirty="0"/>
          </a:p>
        </p:txBody>
      </p:sp>
    </p:spTree>
    <p:extLst>
      <p:ext uri="{BB962C8B-B14F-4D97-AF65-F5344CB8AC3E}">
        <p14:creationId xmlns:p14="http://schemas.microsoft.com/office/powerpoint/2010/main" val="29944860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5</a:t>
            </a:fld>
            <a:endParaRPr lang="en-US" dirty="0"/>
          </a:p>
        </p:txBody>
      </p:sp>
    </p:spTree>
    <p:extLst>
      <p:ext uri="{BB962C8B-B14F-4D97-AF65-F5344CB8AC3E}">
        <p14:creationId xmlns:p14="http://schemas.microsoft.com/office/powerpoint/2010/main" val="29443472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6</a:t>
            </a:fld>
            <a:endParaRPr lang="en-US" dirty="0"/>
          </a:p>
        </p:txBody>
      </p:sp>
    </p:spTree>
    <p:extLst>
      <p:ext uri="{BB962C8B-B14F-4D97-AF65-F5344CB8AC3E}">
        <p14:creationId xmlns:p14="http://schemas.microsoft.com/office/powerpoint/2010/main" val="40681002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7</a:t>
            </a:fld>
            <a:endParaRPr lang="en-US" dirty="0"/>
          </a:p>
        </p:txBody>
      </p:sp>
    </p:spTree>
    <p:extLst>
      <p:ext uri="{BB962C8B-B14F-4D97-AF65-F5344CB8AC3E}">
        <p14:creationId xmlns:p14="http://schemas.microsoft.com/office/powerpoint/2010/main" val="24766377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8</a:t>
            </a:fld>
            <a:endParaRPr lang="en-US" dirty="0"/>
          </a:p>
        </p:txBody>
      </p:sp>
    </p:spTree>
    <p:extLst>
      <p:ext uri="{BB962C8B-B14F-4D97-AF65-F5344CB8AC3E}">
        <p14:creationId xmlns:p14="http://schemas.microsoft.com/office/powerpoint/2010/main" val="34378646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9</a:t>
            </a:fld>
            <a:endParaRPr lang="en-US" dirty="0"/>
          </a:p>
        </p:txBody>
      </p:sp>
    </p:spTree>
    <p:extLst>
      <p:ext uri="{BB962C8B-B14F-4D97-AF65-F5344CB8AC3E}">
        <p14:creationId xmlns:p14="http://schemas.microsoft.com/office/powerpoint/2010/main" val="17659231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cxnSp>
        <p:nvCxnSpPr>
          <p:cNvPr id="13" name="Straight Connector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41327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06C6F65-35CD-D64B-992A-0C1C1E00384D}"/>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7" name="AutoShape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8" name="Freeform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9" name="Freeform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0" name="Freeform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2" name="Title 1">
            <a:extLst>
              <a:ext uri="{FF2B5EF4-FFF2-40B4-BE49-F238E27FC236}">
                <a16:creationId xmlns:a16="http://schemas.microsoft.com/office/drawing/2014/main" id="{39F93F26-ED5C-E74E-BFBD-E3054DC1B9C1}"/>
              </a:ext>
            </a:extLst>
          </p:cNvPr>
          <p:cNvSpPr>
            <a:spLocks noGrp="1"/>
          </p:cNvSpPr>
          <p:nvPr>
            <p:ph type="title" hasCustomPrompt="1"/>
          </p:nvPr>
        </p:nvSpPr>
        <p:spPr>
          <a:xfrm>
            <a:off x="594360" y="189572"/>
            <a:ext cx="6787747" cy="1593507"/>
          </a:xfrm>
          <a:prstGeom prst="rect">
            <a:avLst/>
          </a:prstGeom>
        </p:spPr>
        <p:txBody>
          <a:bodyPr lIns="0" tIns="0" rIns="0" bIns="0" anchor="b" anchorCtr="0">
            <a:noAutofit/>
          </a:bodyPr>
          <a:lstStyle>
            <a:lvl1pPr>
              <a:defRPr sz="4400" b="1" i="0" spc="50" baseline="0">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186153BD-9D2B-47EB-3553-1D3F6663B2A3}"/>
              </a:ext>
            </a:extLst>
          </p:cNvPr>
          <p:cNvSpPr>
            <a:spLocks noGrp="1"/>
          </p:cNvSpPr>
          <p:nvPr>
            <p:ph sz="quarter" idx="13" hasCustomPrompt="1"/>
          </p:nvPr>
        </p:nvSpPr>
        <p:spPr>
          <a:xfrm>
            <a:off x="594359" y="2281918"/>
            <a:ext cx="6787747" cy="3708517"/>
          </a:xfrm>
        </p:spPr>
        <p:txBody>
          <a:bodyPr lIns="0" tIns="228600" rIns="0" bIns="0">
            <a:normAutofit/>
          </a:bodyPr>
          <a:lstStyle>
            <a:lvl1pPr marL="283464" indent="-283464">
              <a:lnSpc>
                <a:spcPct val="80000"/>
              </a:lnSpc>
              <a:spcBef>
                <a:spcPts val="2200"/>
              </a:spcBef>
              <a:buFont typeface="Arial" panose="020B0604020202020204" pitchFamily="34" charset="0"/>
              <a:buChar char="•"/>
              <a:defRPr lang="en-US" sz="2400" b="1" i="0" kern="1200" dirty="0">
                <a:solidFill>
                  <a:schemeClr val="tx2">
                    <a:lumMod val="75000"/>
                  </a:schemeClr>
                </a:solidFill>
                <a:latin typeface="+mn-lt"/>
                <a:ea typeface="+mn-ea"/>
                <a:cs typeface="+mn-cs"/>
              </a:defRPr>
            </a:lvl1pPr>
            <a:lvl2pPr indent="-283464">
              <a:spcBef>
                <a:spcPts val="6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3" name="Slide Number Placeholder 42">
            <a:extLst>
              <a:ext uri="{FF2B5EF4-FFF2-40B4-BE49-F238E27FC236}">
                <a16:creationId xmlns:a16="http://schemas.microsoft.com/office/drawing/2014/main" id="{D80CCC8F-9CF1-9621-04EB-DFA68FEE42D2}"/>
              </a:ext>
            </a:extLst>
          </p:cNvPr>
          <p:cNvSpPr>
            <a:spLocks noGrp="1"/>
          </p:cNvSpPr>
          <p:nvPr>
            <p:ph type="sldNum" sz="quarter" idx="26"/>
          </p:nvPr>
        </p:nvSpPr>
        <p:spPr/>
        <p:txBody>
          <a:bodyPr/>
          <a:lstStyle/>
          <a:p>
            <a:fld id="{294A09A9-5501-47C1-A89A-A340965A2BE2}" type="slidenum">
              <a:rPr lang="en-US" smtClean="0"/>
              <a:pPr/>
              <a:t>‹#›</a:t>
            </a:fld>
            <a:endParaRPr lang="en-US" dirty="0">
              <a:latin typeface="+mn-lt"/>
            </a:endParaRPr>
          </a:p>
        </p:txBody>
      </p:sp>
      <p:sp>
        <p:nvSpPr>
          <p:cNvPr id="42" name="Date Placeholder 41">
            <a:extLst>
              <a:ext uri="{FF2B5EF4-FFF2-40B4-BE49-F238E27FC236}">
                <a16:creationId xmlns:a16="http://schemas.microsoft.com/office/drawing/2014/main" id="{29CE2856-DB8F-5603-C085-74C70560FAC8}"/>
              </a:ext>
            </a:extLst>
          </p:cNvPr>
          <p:cNvSpPr>
            <a:spLocks noGrp="1"/>
          </p:cNvSpPr>
          <p:nvPr>
            <p:ph type="dt" sz="half" idx="25"/>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979826C1-7A52-DA25-F422-EE62DED7D1B6}"/>
              </a:ext>
              <a:ext uri="{C183D7F6-B498-43B3-948B-1728B52AA6E4}">
                <adec:decorative xmlns:adec="http://schemas.microsoft.com/office/drawing/2017/decorative" val="1"/>
              </a:ext>
            </a:extLst>
          </p:cNvPr>
          <p:cNvCxnSpPr>
            <a:cxnSpLocks/>
          </p:cNvCxnSpPr>
          <p:nvPr userDrawn="1"/>
        </p:nvCxnSpPr>
        <p:spPr>
          <a:xfrm>
            <a:off x="594360" y="2148840"/>
            <a:ext cx="2130552" cy="0"/>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18089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3"/>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79D0555-EBDC-B53A-212D-A5921795FEC8}"/>
              </a:ext>
            </a:extLst>
          </p:cNvPr>
          <p:cNvSpPr>
            <a:spLocks noGrp="1"/>
          </p:cNvSpPr>
          <p:nvPr>
            <p:ph type="pic" sz="quarter" idx="13"/>
          </p:nvPr>
        </p:nvSpPr>
        <p:spPr>
          <a:xfrm>
            <a:off x="0" y="0"/>
            <a:ext cx="12192000" cy="6880543"/>
          </a:xfrm>
          <a:custGeom>
            <a:avLst/>
            <a:gdLst>
              <a:gd name="connsiteX0" fmla="*/ 6309360 w 12192000"/>
              <a:gd name="connsiteY0" fmla="*/ 3951843 h 6880543"/>
              <a:gd name="connsiteX1" fmla="*/ 6309360 w 12192000"/>
              <a:gd name="connsiteY1" fmla="*/ 4052427 h 6880543"/>
              <a:gd name="connsiteX2" fmla="*/ 8442960 w 12192000"/>
              <a:gd name="connsiteY2" fmla="*/ 4052427 h 6880543"/>
              <a:gd name="connsiteX3" fmla="*/ 8442960 w 12192000"/>
              <a:gd name="connsiteY3" fmla="*/ 3951843 h 6880543"/>
              <a:gd name="connsiteX4" fmla="*/ 0 w 12192000"/>
              <a:gd name="connsiteY4" fmla="*/ 0 h 6880543"/>
              <a:gd name="connsiteX5" fmla="*/ 12192000 w 12192000"/>
              <a:gd name="connsiteY5" fmla="*/ 0 h 6880543"/>
              <a:gd name="connsiteX6" fmla="*/ 12192000 w 12192000"/>
              <a:gd name="connsiteY6" fmla="*/ 6880543 h 6880543"/>
              <a:gd name="connsiteX7" fmla="*/ 0 w 12192000"/>
              <a:gd name="connsiteY7" fmla="*/ 6880543 h 688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80543">
                <a:moveTo>
                  <a:pt x="6309360" y="3951843"/>
                </a:moveTo>
                <a:lnTo>
                  <a:pt x="6309360" y="4052427"/>
                </a:lnTo>
                <a:lnTo>
                  <a:pt x="8442960" y="4052427"/>
                </a:lnTo>
                <a:lnTo>
                  <a:pt x="8442960" y="3951843"/>
                </a:lnTo>
                <a:close/>
                <a:moveTo>
                  <a:pt x="0" y="0"/>
                </a:moveTo>
                <a:lnTo>
                  <a:pt x="12192000" y="0"/>
                </a:lnTo>
                <a:lnTo>
                  <a:pt x="12192000" y="6880543"/>
                </a:lnTo>
                <a:lnTo>
                  <a:pt x="0" y="6880543"/>
                </a:lnTo>
                <a:close/>
              </a:path>
            </a:pathLst>
          </a:custGeom>
        </p:spPr>
        <p:txBody>
          <a:bodyPr wrap="square" tIns="182880">
            <a:noAutofit/>
          </a:bodyPr>
          <a:lstStyle>
            <a:lvl1pPr marL="0" indent="0" algn="ctr">
              <a:buNone/>
              <a:defRPr sz="2000">
                <a:solidFill>
                  <a:schemeClr val="tx1"/>
                </a:solidFill>
              </a:defRPr>
            </a:lvl1pPr>
          </a:lstStyle>
          <a:p>
            <a:r>
              <a:rPr lang="en-US"/>
              <a:t>Click icon to add picture</a:t>
            </a:r>
            <a:endParaRPr lang="en-US" dirty="0"/>
          </a:p>
        </p:txBody>
      </p:sp>
      <p:sp>
        <p:nvSpPr>
          <p:cNvPr id="18" name="Title 1">
            <a:extLst>
              <a:ext uri="{FF2B5EF4-FFF2-40B4-BE49-F238E27FC236}">
                <a16:creationId xmlns:a16="http://schemas.microsoft.com/office/drawing/2014/main" id="{8D492973-78E3-D34E-835E-CF2D4517016D}"/>
              </a:ext>
            </a:extLst>
          </p:cNvPr>
          <p:cNvSpPr>
            <a:spLocks noGrp="1"/>
          </p:cNvSpPr>
          <p:nvPr>
            <p:ph type="title" hasCustomPrompt="1"/>
          </p:nvPr>
        </p:nvSpPr>
        <p:spPr>
          <a:xfrm>
            <a:off x="6309359" y="444933"/>
            <a:ext cx="5477479" cy="3291840"/>
          </a:xfrm>
          <a:prstGeom prst="rect">
            <a:avLst/>
          </a:prstGeom>
        </p:spPr>
        <p:txBody>
          <a:bodyPr lIns="0" tIns="0" rIns="0" bIns="0" anchor="b" anchorCtr="0">
            <a:noAutofit/>
          </a:bodyPr>
          <a:lstStyle>
            <a:lvl1pPr>
              <a:defRPr sz="6000" b="1" i="0" baseline="0">
                <a:solidFill>
                  <a:schemeClr val="tx1"/>
                </a:solidFill>
                <a:latin typeface="+mj-lt"/>
              </a:defRPr>
            </a:lvl1pPr>
          </a:lstStyle>
          <a:p>
            <a:r>
              <a:rPr lang="en-US" dirty="0"/>
              <a:t>Click to add title </a:t>
            </a:r>
          </a:p>
        </p:txBody>
      </p:sp>
      <p:sp>
        <p:nvSpPr>
          <p:cNvPr id="7" name="Rectangle 6">
            <a:extLst>
              <a:ext uri="{FF2B5EF4-FFF2-40B4-BE49-F238E27FC236}">
                <a16:creationId xmlns:a16="http://schemas.microsoft.com/office/drawing/2014/main" id="{D96BA398-1ED2-1FCA-63B9-8915A8C7A524}"/>
              </a:ext>
              <a:ext uri="{C183D7F6-B498-43B3-948B-1728B52AA6E4}">
                <adec:decorative xmlns:adec="http://schemas.microsoft.com/office/drawing/2017/decorative" val="1"/>
              </a:ext>
            </a:extLst>
          </p:cNvPr>
          <p:cNvSpPr/>
          <p:nvPr userDrawn="1"/>
        </p:nvSpPr>
        <p:spPr>
          <a:xfrm>
            <a:off x="6309360" y="3951843"/>
            <a:ext cx="2133600" cy="10058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729169562"/>
      </p:ext>
    </p:extLst>
  </p:cSld>
  <p:clrMapOvr>
    <a:masterClrMapping/>
  </p:clrMapOvr>
  <p:extLst>
    <p:ext uri="{DCECCB84-F9BA-43D5-87BE-67443E8EF086}">
      <p15:sldGuideLst xmlns:p15="http://schemas.microsoft.com/office/powerpoint/2012/main">
        <p15:guide id="2" pos="7104">
          <p15:clr>
            <a:srgbClr val="FBAE40"/>
          </p15:clr>
        </p15:guide>
        <p15:guide id="3" pos="4344" userDrawn="1">
          <p15:clr>
            <a:srgbClr val="FBAE40"/>
          </p15:clr>
        </p15:guide>
        <p15:guide id="4" pos="4560" userDrawn="1">
          <p15:clr>
            <a:srgbClr val="FBAE40"/>
          </p15:clr>
        </p15:guide>
        <p15:guide id="8" orient="horz" pos="184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299835" y="43052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sp>
        <p:nvSpPr>
          <p:cNvPr id="6" name="Picture Placeholder 5">
            <a:extLst>
              <a:ext uri="{FF2B5EF4-FFF2-40B4-BE49-F238E27FC236}">
                <a16:creationId xmlns:a16="http://schemas.microsoft.com/office/drawing/2014/main" id="{A9973BC6-F6E5-0B3B-C8AB-0AC4020D4E8B}"/>
              </a:ext>
            </a:extLst>
          </p:cNvPr>
          <p:cNvSpPr>
            <a:spLocks noGrp="1"/>
          </p:cNvSpPr>
          <p:nvPr>
            <p:ph type="pic" sz="quarter" idx="12"/>
          </p:nvPr>
        </p:nvSpPr>
        <p:spPr>
          <a:xfrm>
            <a:off x="0" y="-11113"/>
            <a:ext cx="5791200" cy="6880226"/>
          </a:xfrm>
        </p:spPr>
        <p:txBody>
          <a:bodyPr>
            <a:normAutofit/>
          </a:bodyPr>
          <a:lstStyle>
            <a:lvl1pPr marL="0" indent="0" algn="ctr">
              <a:buNone/>
              <a:defRPr sz="2000"/>
            </a:lvl1pPr>
          </a:lstStyle>
          <a:p>
            <a:r>
              <a:rPr lang="en-US"/>
              <a:t>Click icon to add picture</a:t>
            </a:r>
            <a:endParaRPr lang="en-US" dirty="0"/>
          </a:p>
        </p:txBody>
      </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299835" y="456860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cxnSp>
        <p:nvCxnSpPr>
          <p:cNvPr id="7" name="Straight Connector 6">
            <a:extLst>
              <a:ext uri="{FF2B5EF4-FFF2-40B4-BE49-F238E27FC236}">
                <a16:creationId xmlns:a16="http://schemas.microsoft.com/office/drawing/2014/main" id="{29169ED6-4B82-6844-119F-AC15CDF2D3E5}"/>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87914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ummary 2">
    <p:bg>
      <p:bgPr>
        <a:solidFill>
          <a:schemeClr val="tx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C57F1500-1A16-D1EF-4F0C-030852B291FC}"/>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grpSp>
        <p:nvGrpSpPr>
          <p:cNvPr id="10" name="Group 9">
            <a:extLst>
              <a:ext uri="{FF2B5EF4-FFF2-40B4-BE49-F238E27FC236}">
                <a16:creationId xmlns:a16="http://schemas.microsoft.com/office/drawing/2014/main" id="{2D07A0BE-3890-193E-9439-F294E61A71B9}"/>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11" name="Freeform 19">
              <a:extLst>
                <a:ext uri="{FF2B5EF4-FFF2-40B4-BE49-F238E27FC236}">
                  <a16:creationId xmlns:a16="http://schemas.microsoft.com/office/drawing/2014/main" id="{C05217ED-C258-E6CE-BA7F-28A6EA41BCD3}"/>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20">
              <a:extLst>
                <a:ext uri="{FF2B5EF4-FFF2-40B4-BE49-F238E27FC236}">
                  <a16:creationId xmlns:a16="http://schemas.microsoft.com/office/drawing/2014/main" id="{F3E11A1F-14DD-BA35-D7D7-4D4ADEAA348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21">
              <a:extLst>
                <a:ext uri="{FF2B5EF4-FFF2-40B4-BE49-F238E27FC236}">
                  <a16:creationId xmlns:a16="http://schemas.microsoft.com/office/drawing/2014/main" id="{F14541B0-973F-7E21-1019-D2FB83C8C0D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32" name="Title 1">
            <a:extLst>
              <a:ext uri="{FF2B5EF4-FFF2-40B4-BE49-F238E27FC236}">
                <a16:creationId xmlns:a16="http://schemas.microsoft.com/office/drawing/2014/main" id="{467E05B6-B7CB-1E4F-96BA-4B8CFE8B63D9}"/>
              </a:ext>
            </a:extLst>
          </p:cNvPr>
          <p:cNvSpPr>
            <a:spLocks noGrp="1"/>
          </p:cNvSpPr>
          <p:nvPr>
            <p:ph type="title" hasCustomPrompt="1"/>
          </p:nvPr>
        </p:nvSpPr>
        <p:spPr>
          <a:xfrm>
            <a:off x="594360" y="102875"/>
            <a:ext cx="10873740" cy="1680205"/>
          </a:xfrm>
          <a:prstGeom prst="rect">
            <a:avLst/>
          </a:prstGeom>
        </p:spPr>
        <p:txBody>
          <a:bodyPr lIns="0" tIns="0" rIns="0" bIns="0" anchor="b" anchorCtr="0">
            <a:noAutofit/>
          </a:bodyPr>
          <a:lstStyle>
            <a:lvl1pPr>
              <a:defRPr sz="4400" b="1" i="0">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F6FE0DC0-B0D7-F4D6-8038-177AD7A8C211}"/>
              </a:ext>
            </a:extLst>
          </p:cNvPr>
          <p:cNvSpPr>
            <a:spLocks noGrp="1"/>
          </p:cNvSpPr>
          <p:nvPr>
            <p:ph sz="quarter" idx="13" hasCustomPrompt="1"/>
          </p:nvPr>
        </p:nvSpPr>
        <p:spPr>
          <a:xfrm>
            <a:off x="3657600" y="2282008"/>
            <a:ext cx="7810500" cy="3699328"/>
          </a:xfrm>
        </p:spPr>
        <p:txBody>
          <a:bodyPr lIns="0" tIns="228600" rIns="0" bIns="0">
            <a:normAutofit/>
          </a:bodyPr>
          <a:lstStyle>
            <a:lvl1pPr marL="283464" indent="-283464">
              <a:spcBef>
                <a:spcPts val="1800"/>
              </a:spcBef>
              <a:buFont typeface="Arial" panose="020B0604020202020204" pitchFamily="34" charset="0"/>
              <a:buChar char="•"/>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7">
            <a:extLst>
              <a:ext uri="{FF2B5EF4-FFF2-40B4-BE49-F238E27FC236}">
                <a16:creationId xmlns:a16="http://schemas.microsoft.com/office/drawing/2014/main" id="{7ED58739-4346-5104-B1AC-89ED035912AF}"/>
              </a:ext>
            </a:extLst>
          </p:cNvPr>
          <p:cNvSpPr>
            <a:spLocks noGrp="1"/>
          </p:cNvSpPr>
          <p:nvPr>
            <p:ph type="sldNum" sz="quarter" idx="22"/>
          </p:nvPr>
        </p:nvSpPr>
        <p:spPr/>
        <p:txBody>
          <a:bodyPr/>
          <a:lstStyle/>
          <a:p>
            <a:fld id="{294A09A9-5501-47C1-A89A-A340965A2BE2}" type="slidenum">
              <a:rPr lang="en-US" smtClean="0"/>
              <a:pPr/>
              <a:t>‹#›</a:t>
            </a:fld>
            <a:endParaRPr lang="en-US" dirty="0">
              <a:latin typeface="+mn-lt"/>
            </a:endParaRPr>
          </a:p>
        </p:txBody>
      </p:sp>
      <p:sp>
        <p:nvSpPr>
          <p:cNvPr id="5" name="Date Placeholder 4">
            <a:extLst>
              <a:ext uri="{FF2B5EF4-FFF2-40B4-BE49-F238E27FC236}">
                <a16:creationId xmlns:a16="http://schemas.microsoft.com/office/drawing/2014/main" id="{E9272B8D-F380-9F1A-C8E6-BDD2352B1763}"/>
              </a:ext>
            </a:extLst>
          </p:cNvPr>
          <p:cNvSpPr>
            <a:spLocks noGrp="1"/>
          </p:cNvSpPr>
          <p:nvPr>
            <p:ph type="dt" sz="half" idx="21"/>
          </p:nvPr>
        </p:nvSpPr>
        <p:spPr/>
        <p:txBody>
          <a:bodyPr/>
          <a:lstStyle/>
          <a:p>
            <a:endParaRPr lang="en-US" dirty="0">
              <a:latin typeface="+mn-lt"/>
            </a:endParaRPr>
          </a:p>
        </p:txBody>
      </p:sp>
    </p:spTree>
    <p:extLst>
      <p:ext uri="{BB962C8B-B14F-4D97-AF65-F5344CB8AC3E}">
        <p14:creationId xmlns:p14="http://schemas.microsoft.com/office/powerpoint/2010/main" val="140296414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cxnSp>
        <p:nvCxnSpPr>
          <p:cNvPr id="13" name="Straight Connector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309905"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spTree>
    <p:extLst>
      <p:ext uri="{BB962C8B-B14F-4D97-AF65-F5344CB8AC3E}">
        <p14:creationId xmlns:p14="http://schemas.microsoft.com/office/powerpoint/2010/main" val="2027108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2">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reef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78129"/>
            <a:ext cx="9778365" cy="1494596"/>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F14DA3C5-63E4-BAFB-1D68-47F71EEEE538}"/>
              </a:ext>
            </a:extLst>
          </p:cNvPr>
          <p:cNvSpPr>
            <a:spLocks noGrp="1"/>
          </p:cNvSpPr>
          <p:nvPr>
            <p:ph sz="quarter" idx="15" hasCustomPrompt="1"/>
          </p:nvPr>
        </p:nvSpPr>
        <p:spPr>
          <a:xfrm>
            <a:off x="594360" y="267652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9436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5">
            <a:extLst>
              <a:ext uri="{FF2B5EF4-FFF2-40B4-BE49-F238E27FC236}">
                <a16:creationId xmlns:a16="http://schemas.microsoft.com/office/drawing/2014/main" id="{BD11386D-847E-8CF5-E56A-42E80A65A089}"/>
              </a:ext>
            </a:extLst>
          </p:cNvPr>
          <p:cNvSpPr>
            <a:spLocks noGrp="1"/>
          </p:cNvSpPr>
          <p:nvPr>
            <p:ph sz="quarter" idx="16" hasCustomPrompt="1"/>
          </p:nvPr>
        </p:nvSpPr>
        <p:spPr>
          <a:xfrm>
            <a:off x="5881898" y="267652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41056953"/>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42E558A9-6DD6-E21D-3A8F-6707E1DD19F1}"/>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12" name="AutoShape 24">
              <a:extLst>
                <a:ext uri="{FF2B5EF4-FFF2-40B4-BE49-F238E27FC236}">
                  <a16:creationId xmlns:a16="http://schemas.microsoft.com/office/drawing/2014/main" id="{3FC994E4-318C-1E66-B4E4-8F8FD08E098F}"/>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7">
              <a:extLst>
                <a:ext uri="{FF2B5EF4-FFF2-40B4-BE49-F238E27FC236}">
                  <a16:creationId xmlns:a16="http://schemas.microsoft.com/office/drawing/2014/main" id="{17C00E6B-F625-6D6C-8364-9DD9F3C3628F}"/>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8">
              <a:extLst>
                <a:ext uri="{FF2B5EF4-FFF2-40B4-BE49-F238E27FC236}">
                  <a16:creationId xmlns:a16="http://schemas.microsoft.com/office/drawing/2014/main" id="{C6197B87-4F65-7981-9463-84830CD3687F}"/>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8" name="Freeform 9">
              <a:extLst>
                <a:ext uri="{FF2B5EF4-FFF2-40B4-BE49-F238E27FC236}">
                  <a16:creationId xmlns:a16="http://schemas.microsoft.com/office/drawing/2014/main" id="{86AA517C-7217-D864-B7E7-40984A2880D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19" name="Freeform 10">
              <a:extLst>
                <a:ext uri="{FF2B5EF4-FFF2-40B4-BE49-F238E27FC236}">
                  <a16:creationId xmlns:a16="http://schemas.microsoft.com/office/drawing/2014/main" id="{524013C6-491C-CAA2-5BD6-7C73596711C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6318885" y="3499667"/>
            <a:ext cx="4939666" cy="2542810"/>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6347460"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457201"/>
            <a:ext cx="5198269" cy="2305050"/>
          </a:xfrm>
        </p:spPr>
        <p:txBody>
          <a:bodyPr lIns="0" tIns="274320">
            <a:normAutofit/>
          </a:bodyPr>
          <a:lstStyle>
            <a:lvl1pPr marL="457200" indent="-457200">
              <a:spcBef>
                <a:spcPts val="1800"/>
              </a:spcBef>
              <a:buFont typeface="+mj-lt"/>
              <a:buAutoNum type="arabicPeriod"/>
              <a:defRPr sz="2000"/>
            </a:lvl1pPr>
            <a:lvl2pPr marL="914400" indent="-457200">
              <a:spcBef>
                <a:spcPts val="1800"/>
              </a:spcBef>
              <a:buFont typeface="+mj-lt"/>
              <a:buAutoNum type="alphaLcPeriod"/>
              <a:defRPr sz="2000"/>
            </a:lvl2pPr>
            <a:lvl3pPr marL="1371600" indent="-457200">
              <a:spcBef>
                <a:spcPts val="1800"/>
              </a:spcBef>
              <a:buFont typeface="+mj-lt"/>
              <a:buAutoNum type="arabicParenR"/>
              <a:defRPr sz="2000"/>
            </a:lvl3pPr>
            <a:lvl4pPr marL="1371600" indent="0">
              <a:spcBef>
                <a:spcPts val="1800"/>
              </a:spcBef>
              <a:buFont typeface="+mj-lt"/>
              <a:buNone/>
              <a:defRPr sz="2000"/>
            </a:lvl4pPr>
            <a:lvl5pPr marL="2286000" indent="-457200">
              <a:spcBef>
                <a:spcPts val="1800"/>
              </a:spcBef>
              <a:buFont typeface="+mj-lt"/>
              <a:buAutoNum type="arabicPeriod"/>
              <a:defRPr sz="2000"/>
            </a:lvl5pPr>
          </a:lstStyle>
          <a:p>
            <a:pPr lvl="0"/>
            <a:r>
              <a:rPr lang="en-US" dirty="0"/>
              <a:t>Click to add content</a:t>
            </a:r>
          </a:p>
          <a:p>
            <a:pPr lvl="1"/>
            <a:r>
              <a:rPr lang="en-US" dirty="0"/>
              <a:t>Second level</a:t>
            </a:r>
          </a:p>
          <a:p>
            <a:pPr lvl="2"/>
            <a:r>
              <a:rPr lang="en-US" dirty="0"/>
              <a:t>Third level</a:t>
            </a:r>
          </a:p>
          <a:p>
            <a:pPr lvl="3"/>
            <a:endParaRPr lang="en-US" dirty="0"/>
          </a:p>
        </p:txBody>
      </p:sp>
      <p:sp>
        <p:nvSpPr>
          <p:cNvPr id="2" name="Content Placeholder 5">
            <a:extLst>
              <a:ext uri="{FF2B5EF4-FFF2-40B4-BE49-F238E27FC236}">
                <a16:creationId xmlns:a16="http://schemas.microsoft.com/office/drawing/2014/main" id="{3AC171DA-232D-44C1-6B93-40BACB298F4B}"/>
              </a:ext>
            </a:extLst>
          </p:cNvPr>
          <p:cNvSpPr>
            <a:spLocks noGrp="1"/>
          </p:cNvSpPr>
          <p:nvPr>
            <p:ph sz="quarter" idx="15" hasCustomPrompt="1"/>
          </p:nvPr>
        </p:nvSpPr>
        <p:spPr>
          <a:xfrm>
            <a:off x="594360" y="2810595"/>
            <a:ext cx="5198269" cy="3319513"/>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554606805"/>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Content and Picture">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75310" y="278129"/>
            <a:ext cx="5063490" cy="2354026"/>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3" name="Content Placeholder 5">
            <a:extLst>
              <a:ext uri="{FF2B5EF4-FFF2-40B4-BE49-F238E27FC236}">
                <a16:creationId xmlns:a16="http://schemas.microsoft.com/office/drawing/2014/main" id="{1EF4505D-6803-3813-7738-049963427819}"/>
              </a:ext>
            </a:extLst>
          </p:cNvPr>
          <p:cNvSpPr>
            <a:spLocks noGrp="1"/>
          </p:cNvSpPr>
          <p:nvPr>
            <p:ph sz="quarter" idx="16" hasCustomPrompt="1"/>
          </p:nvPr>
        </p:nvSpPr>
        <p:spPr>
          <a:xfrm>
            <a:off x="594360" y="3279579"/>
            <a:ext cx="5044440" cy="2994415"/>
          </a:xfrm>
        </p:spPr>
        <p:txBody>
          <a:bodyPr lIns="0" tIns="228600" rIns="0" bIns="0">
            <a:normAutofit/>
          </a:bodyPr>
          <a:lstStyle>
            <a:lvl1pPr marL="0" indent="0">
              <a:spcBef>
                <a:spcPts val="1800"/>
              </a:spcBef>
              <a:buFont typeface="Arial" panose="020B0604020202020204" pitchFamily="34" charset="0"/>
              <a:buNone/>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997459"/>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2" name="Picture Placeholder 11">
            <a:extLst>
              <a:ext uri="{FF2B5EF4-FFF2-40B4-BE49-F238E27FC236}">
                <a16:creationId xmlns:a16="http://schemas.microsoft.com/office/drawing/2014/main" id="{4658637A-5D36-6127-19BC-C203E23FA49F}"/>
              </a:ext>
            </a:extLst>
          </p:cNvPr>
          <p:cNvSpPr>
            <a:spLocks noGrp="1"/>
          </p:cNvSpPr>
          <p:nvPr>
            <p:ph type="pic" sz="quarter" idx="15"/>
          </p:nvPr>
        </p:nvSpPr>
        <p:spPr>
          <a:xfrm>
            <a:off x="6096000" y="0"/>
            <a:ext cx="6118225" cy="6858000"/>
          </a:xfrm>
        </p:spPr>
        <p:txBody>
          <a:bodyPr>
            <a:normAutofit/>
          </a:bodyPr>
          <a:lstStyle>
            <a:lvl1pPr marL="0" indent="0" algn="ctr">
              <a:buNone/>
              <a:defRPr sz="2000">
                <a:solidFill>
                  <a:schemeClr val="bg1"/>
                </a:solidFill>
              </a:defRPr>
            </a:lvl1pPr>
          </a:lstStyle>
          <a:p>
            <a:r>
              <a:rPr lang="en-US"/>
              <a:t>Click icon to add picture</a:t>
            </a:r>
            <a:endParaRPr lang="en-US" dirty="0"/>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1429319764"/>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p:bg>
      <p:bgPr>
        <a:solidFill>
          <a:schemeClr val="tx1"/>
        </a:solid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CF555767-B3D8-BD57-1D42-7F6E1E66892B}"/>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9" name="Freeform 13">
              <a:extLst>
                <a:ext uri="{FF2B5EF4-FFF2-40B4-BE49-F238E27FC236}">
                  <a16:creationId xmlns:a16="http://schemas.microsoft.com/office/drawing/2014/main" id="{BC972B6D-098C-52F6-E990-52623B368FB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5" name="Freeform 14">
              <a:extLst>
                <a:ext uri="{FF2B5EF4-FFF2-40B4-BE49-F238E27FC236}">
                  <a16:creationId xmlns:a16="http://schemas.microsoft.com/office/drawing/2014/main" id="{3F0D3EE3-9A8C-531D-1EEE-1AFAB9F3BCA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7" name="Freeform 15">
              <a:extLst>
                <a:ext uri="{FF2B5EF4-FFF2-40B4-BE49-F238E27FC236}">
                  <a16:creationId xmlns:a16="http://schemas.microsoft.com/office/drawing/2014/main" id="{A2BE192C-1768-890B-EC1B-5ED6E1F8259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3661409" y="4661717"/>
            <a:ext cx="7936230" cy="1380760"/>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3670935"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584005"/>
            <a:ext cx="2825115" cy="3999060"/>
          </a:xfrm>
        </p:spPr>
        <p:txBody>
          <a:bodyPr lIns="0" tIns="274320">
            <a:normAutofit/>
          </a:bodyPr>
          <a:lstStyle>
            <a:lvl1pPr marL="0" indent="0">
              <a:spcBef>
                <a:spcPts val="1800"/>
              </a:spcBef>
              <a:buFont typeface="Arial" panose="020B0604020202020204" pitchFamily="34" charset="0"/>
              <a:buNone/>
              <a:defRPr sz="2000"/>
            </a:lvl1pPr>
            <a:lvl2pPr marL="457200" indent="0">
              <a:spcBef>
                <a:spcPts val="1800"/>
              </a:spcBef>
              <a:buNone/>
              <a:defRPr sz="2000"/>
            </a:lvl2pPr>
            <a:lvl3pPr marL="914400" indent="0">
              <a:spcBef>
                <a:spcPts val="1800"/>
              </a:spcBef>
              <a:buNone/>
              <a:defRPr sz="2000"/>
            </a:lvl3pPr>
            <a:lvl4pPr marL="1371600" indent="0">
              <a:spcBef>
                <a:spcPts val="1800"/>
              </a:spcBef>
              <a:buNone/>
              <a:defRPr sz="2000"/>
            </a:lvl4pPr>
            <a:lvl5pPr marL="1828800" indent="0">
              <a:spcBef>
                <a:spcPts val="1800"/>
              </a:spcBef>
              <a:buNone/>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3670934" y="584005"/>
            <a:ext cx="7926705" cy="399906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2244329111"/>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reef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198408"/>
            <a:ext cx="10972800" cy="1574317"/>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6" name="Content Placeholder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595523" y="2676525"/>
            <a:ext cx="5746750" cy="359747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7620000" y="2676525"/>
            <a:ext cx="3947160" cy="3597470"/>
          </a:xfrm>
        </p:spPr>
        <p:txBody>
          <a:bodyPr lIns="0">
            <a:normAutofit/>
          </a:bodyPr>
          <a:lstStyle>
            <a:lvl1pPr marL="342900" indent="-342900">
              <a:spcBef>
                <a:spcPts val="1800"/>
              </a:spcBef>
              <a:buFont typeface="Arial" panose="020B0604020202020204" pitchFamily="34" charset="0"/>
              <a:buChar char="•"/>
              <a:defRPr sz="2000"/>
            </a:lvl1pPr>
            <a:lvl2pPr>
              <a:spcBef>
                <a:spcPts val="18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649744719"/>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2">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02400"/>
            <a:ext cx="10972800" cy="1570325"/>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9" name="Table Placeholder 2">
            <a:extLst>
              <a:ext uri="{FF2B5EF4-FFF2-40B4-BE49-F238E27FC236}">
                <a16:creationId xmlns:a16="http://schemas.microsoft.com/office/drawing/2014/main" id="{1506B022-475A-6647-98FF-D5C319A0C7C4}"/>
              </a:ext>
            </a:extLst>
          </p:cNvPr>
          <p:cNvSpPr>
            <a:spLocks noGrp="1"/>
          </p:cNvSpPr>
          <p:nvPr>
            <p:ph type="tbl" sz="quarter" idx="10"/>
          </p:nvPr>
        </p:nvSpPr>
        <p:spPr>
          <a:xfrm>
            <a:off x="594360" y="2628629"/>
            <a:ext cx="10972800" cy="3636740"/>
          </a:xfrm>
        </p:spPr>
        <p:txBody>
          <a:bodyPr>
            <a:noAutofit/>
          </a:bodyPr>
          <a:lstStyle>
            <a:lvl1pPr>
              <a:defRPr/>
            </a:lvl1pPr>
          </a:lstStyle>
          <a:p>
            <a:r>
              <a:rPr lang="en-US"/>
              <a:t>Click icon to add table</a:t>
            </a:r>
            <a:endParaRPr lang="en-US" dirty="0"/>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0410957"/>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594360"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flipH="1" flipV="1">
            <a:off x="6092752" y="0"/>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594360"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cxnSp>
        <p:nvCxnSpPr>
          <p:cNvPr id="4" name="Straight Connector 3">
            <a:extLst>
              <a:ext uri="{FF2B5EF4-FFF2-40B4-BE49-F238E27FC236}">
                <a16:creationId xmlns:a16="http://schemas.microsoft.com/office/drawing/2014/main" id="{58B149C6-5AAC-B8E5-5411-EA38821F6754}"/>
              </a:ext>
              <a:ext uri="{C183D7F6-B498-43B3-948B-1728B52AA6E4}">
                <adec:decorative xmlns:adec="http://schemas.microsoft.com/office/drawing/2017/decorative" val="1"/>
              </a:ext>
            </a:extLst>
          </p:cNvPr>
          <p:cNvCxnSpPr>
            <a:cxnSpLocks/>
          </p:cNvCxnSpPr>
          <p:nvPr userDrawn="1"/>
        </p:nvCxnSpPr>
        <p:spPr>
          <a:xfrm>
            <a:off x="594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692738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EED84C6-50E6-6C43-8031-AFF6268E0C06}"/>
              </a:ext>
            </a:extLst>
          </p:cNvPr>
          <p:cNvSpPr>
            <a:spLocks noGrp="1"/>
          </p:cNvSpPr>
          <p:nvPr>
            <p:ph type="body" idx="1"/>
          </p:nvPr>
        </p:nvSpPr>
        <p:spPr>
          <a:xfrm>
            <a:off x="594360" y="1825625"/>
            <a:ext cx="1038225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itle Placeholder 11">
            <a:extLst>
              <a:ext uri="{FF2B5EF4-FFF2-40B4-BE49-F238E27FC236}">
                <a16:creationId xmlns:a16="http://schemas.microsoft.com/office/drawing/2014/main" id="{D41FC0AE-253D-D242-9C88-017078F8A23A}"/>
              </a:ext>
            </a:extLst>
          </p:cNvPr>
          <p:cNvSpPr>
            <a:spLocks noGrp="1"/>
          </p:cNvSpPr>
          <p:nvPr>
            <p:ph type="title"/>
          </p:nvPr>
        </p:nvSpPr>
        <p:spPr>
          <a:xfrm>
            <a:off x="594360" y="365125"/>
            <a:ext cx="104013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0" name="Date Placeholder 3">
            <a:extLst>
              <a:ext uri="{FF2B5EF4-FFF2-40B4-BE49-F238E27FC236}">
                <a16:creationId xmlns:a16="http://schemas.microsoft.com/office/drawing/2014/main" id="{EF47083A-6D76-4B4D-87CA-E08E212F781D}"/>
              </a:ext>
            </a:extLst>
          </p:cNvPr>
          <p:cNvSpPr>
            <a:spLocks noGrp="1"/>
          </p:cNvSpPr>
          <p:nvPr>
            <p:ph type="dt" sz="half" idx="2"/>
          </p:nvPr>
        </p:nvSpPr>
        <p:spPr>
          <a:xfrm>
            <a:off x="1133648" y="6332220"/>
            <a:ext cx="1313180" cy="247651"/>
          </a:xfrm>
          <a:prstGeom prst="rect">
            <a:avLst/>
          </a:prstGeom>
        </p:spPr>
        <p:txBody>
          <a:bodyPr vert="horz" lIns="0" tIns="0" rIns="0" bIns="0" rtlCol="0" anchor="t" anchorCtr="0"/>
          <a:lstStyle>
            <a:lvl1pPr algn="l">
              <a:defRPr sz="1100" b="0" i="0">
                <a:solidFill>
                  <a:schemeClr val="bg1"/>
                </a:solidFill>
                <a:latin typeface="+mn-lt"/>
              </a:defRPr>
            </a:lvl1pPr>
          </a:lstStyle>
          <a:p>
            <a:endParaRPr lang="en-US" dirty="0">
              <a:latin typeface="+mn-lt"/>
            </a:endParaRPr>
          </a:p>
        </p:txBody>
      </p:sp>
      <p:sp>
        <p:nvSpPr>
          <p:cNvPr id="32" name="Slide Number Placeholder 5">
            <a:extLst>
              <a:ext uri="{FF2B5EF4-FFF2-40B4-BE49-F238E27FC236}">
                <a16:creationId xmlns:a16="http://schemas.microsoft.com/office/drawing/2014/main" id="{C8ADA0DF-3751-9A48-8A21-59F01C782D7C}"/>
              </a:ext>
            </a:extLst>
          </p:cNvPr>
          <p:cNvSpPr>
            <a:spLocks noGrp="1"/>
          </p:cNvSpPr>
          <p:nvPr>
            <p:ph type="sldNum" sz="quarter" idx="4"/>
          </p:nvPr>
        </p:nvSpPr>
        <p:spPr>
          <a:xfrm>
            <a:off x="594360" y="6332220"/>
            <a:ext cx="523240" cy="247651"/>
          </a:xfrm>
          <a:prstGeom prst="rect">
            <a:avLst/>
          </a:prstGeom>
        </p:spPr>
        <p:txBody>
          <a:bodyPr vert="horz" lIns="0" tIns="0" rIns="0" bIns="0" rtlCol="0" anchor="t" anchorCtr="0"/>
          <a:lstStyle>
            <a:lvl1pPr algn="l">
              <a:defRPr sz="1100" b="1" i="0">
                <a:solidFill>
                  <a:schemeClr val="bg1"/>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515892240"/>
      </p:ext>
    </p:extLst>
  </p:cSld>
  <p:clrMap bg1="dk1" tx1="lt1" bg2="dk2" tx2="lt2" accent1="accent1" accent2="accent2" accent3="accent3" accent4="accent4" accent5="accent5" accent6="accent6" hlink="hlink" folHlink="folHlink"/>
  <p:sldLayoutIdLst>
    <p:sldLayoutId id="2147483711" r:id="rId1"/>
    <p:sldLayoutId id="2147483698" r:id="rId2"/>
    <p:sldLayoutId id="2147483710" r:id="rId3"/>
    <p:sldLayoutId id="2147483700" r:id="rId4"/>
    <p:sldLayoutId id="2147483701" r:id="rId5"/>
    <p:sldLayoutId id="2147483659" r:id="rId6"/>
    <p:sldLayoutId id="2147483709" r:id="rId7"/>
    <p:sldLayoutId id="2147483708" r:id="rId8"/>
    <p:sldLayoutId id="2147483707" r:id="rId9"/>
    <p:sldLayoutId id="2147483706" r:id="rId10"/>
    <p:sldLayoutId id="2147483705" r:id="rId11"/>
    <p:sldLayoutId id="2147483704" r:id="rId12"/>
    <p:sldLayoutId id="2147483703" r:id="rId13"/>
  </p:sldLayoutIdLst>
  <p:hf sldNum="0" hdr="0" ftr="0" dt="0"/>
  <p:txStyles>
    <p:titleStyle>
      <a:lvl1pPr algn="l" defTabSz="914400" rtl="0" eaLnBrk="1" latinLnBrk="0" hangingPunct="1">
        <a:lnSpc>
          <a:spcPct val="80000"/>
        </a:lnSpc>
        <a:spcBef>
          <a:spcPct val="0"/>
        </a:spcBef>
        <a:buNone/>
        <a:defRPr sz="44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83464"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83464"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83464"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userDrawn="1">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1D9D6-2977-ABCD-FDF8-51AFA5064E54}"/>
              </a:ext>
            </a:extLst>
          </p:cNvPr>
          <p:cNvSpPr>
            <a:spLocks noGrp="1"/>
          </p:cNvSpPr>
          <p:nvPr>
            <p:ph type="ctrTitle"/>
          </p:nvPr>
        </p:nvSpPr>
        <p:spPr>
          <a:xfrm>
            <a:off x="2537925" y="-344301"/>
            <a:ext cx="9890449" cy="3291840"/>
          </a:xfrm>
        </p:spPr>
        <p:txBody>
          <a:bodyPr/>
          <a:lstStyle/>
          <a:p>
            <a:r>
              <a:rPr lang="en-US" sz="4000" dirty="0">
                <a:latin typeface="Tenorite (Body)"/>
                <a:cs typeface="Times New Roman" panose="02020603050405020304" pitchFamily="18" charset="0"/>
              </a:rPr>
              <a:t>Topic: Illustrate Agile Software Development and Its Core Principles</a:t>
            </a:r>
          </a:p>
        </p:txBody>
      </p:sp>
      <p:sp>
        <p:nvSpPr>
          <p:cNvPr id="3" name="TextBox 2">
            <a:extLst>
              <a:ext uri="{FF2B5EF4-FFF2-40B4-BE49-F238E27FC236}">
                <a16:creationId xmlns:a16="http://schemas.microsoft.com/office/drawing/2014/main" id="{C5347454-C739-BFF8-3019-E2088EC9B56E}"/>
              </a:ext>
            </a:extLst>
          </p:cNvPr>
          <p:cNvSpPr txBox="1"/>
          <p:nvPr/>
        </p:nvSpPr>
        <p:spPr>
          <a:xfrm>
            <a:off x="6774024" y="4329404"/>
            <a:ext cx="4879911" cy="1631216"/>
          </a:xfrm>
          <a:prstGeom prst="rect">
            <a:avLst/>
          </a:prstGeom>
          <a:noFill/>
        </p:spPr>
        <p:txBody>
          <a:bodyPr wrap="square" rtlCol="0">
            <a:spAutoFit/>
          </a:bodyPr>
          <a:lstStyle/>
          <a:p>
            <a:r>
              <a:rPr lang="en-US" sz="2000" dirty="0">
                <a:solidFill>
                  <a:schemeClr val="bg1"/>
                </a:solidFill>
                <a:latin typeface="Tenorite (Body)"/>
              </a:rPr>
              <a:t>NAME: SK ARIF HOSSAIN</a:t>
            </a:r>
            <a:br>
              <a:rPr lang="en-US" sz="2000" dirty="0">
                <a:solidFill>
                  <a:schemeClr val="bg1"/>
                </a:solidFill>
                <a:latin typeface="Tenorite (Body)"/>
              </a:rPr>
            </a:br>
            <a:r>
              <a:rPr lang="en-US" sz="2000" dirty="0">
                <a:solidFill>
                  <a:schemeClr val="bg1"/>
                </a:solidFill>
                <a:latin typeface="Tenorite (Body)"/>
              </a:rPr>
              <a:t>STUDENT CODE: BWU/BCA/23/425</a:t>
            </a:r>
          </a:p>
          <a:p>
            <a:r>
              <a:rPr lang="en-US" sz="2000" dirty="0">
                <a:solidFill>
                  <a:schemeClr val="bg1"/>
                </a:solidFill>
                <a:latin typeface="Tenorite (Body)"/>
              </a:rPr>
              <a:t>DEPT: CSS(BCA)</a:t>
            </a:r>
          </a:p>
          <a:p>
            <a:r>
              <a:rPr lang="en-US" sz="2000" dirty="0">
                <a:solidFill>
                  <a:schemeClr val="bg1"/>
                </a:solidFill>
                <a:latin typeface="Tenorite (Body)"/>
              </a:rPr>
              <a:t>COURSE NAME: SOFTWARE ENGINEERING</a:t>
            </a:r>
          </a:p>
          <a:p>
            <a:r>
              <a:rPr lang="en-US" sz="2000" dirty="0">
                <a:solidFill>
                  <a:schemeClr val="bg1"/>
                </a:solidFill>
                <a:latin typeface="Tenorite (Body)"/>
              </a:rPr>
              <a:t>COURSE CODE: BCA50114</a:t>
            </a:r>
            <a:endParaRPr lang="en-IN" sz="2000" dirty="0">
              <a:solidFill>
                <a:schemeClr val="bg1"/>
              </a:solidFill>
              <a:latin typeface="Tenorite (Body)"/>
            </a:endParaRPr>
          </a:p>
        </p:txBody>
      </p:sp>
    </p:spTree>
    <p:extLst>
      <p:ext uri="{BB962C8B-B14F-4D97-AF65-F5344CB8AC3E}">
        <p14:creationId xmlns:p14="http://schemas.microsoft.com/office/powerpoint/2010/main" val="3390304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0BF65-C84B-45C3-72CA-AFDA68851174}"/>
              </a:ext>
            </a:extLst>
          </p:cNvPr>
          <p:cNvSpPr>
            <a:spLocks noGrp="1"/>
          </p:cNvSpPr>
          <p:nvPr>
            <p:ph type="title"/>
          </p:nvPr>
        </p:nvSpPr>
        <p:spPr>
          <a:xfrm>
            <a:off x="594360" y="189572"/>
            <a:ext cx="6787747" cy="1593507"/>
          </a:xfrm>
        </p:spPr>
        <p:txBody>
          <a:bodyPr/>
          <a:lstStyle/>
          <a:p>
            <a:r>
              <a:rPr lang="en-US" dirty="0">
                <a:latin typeface="Tenorite (Body)"/>
                <a:cs typeface="Times New Roman" panose="02020603050405020304" pitchFamily="18" charset="0"/>
              </a:rPr>
              <a:t>Contents: </a:t>
            </a:r>
          </a:p>
        </p:txBody>
      </p:sp>
      <p:sp>
        <p:nvSpPr>
          <p:cNvPr id="3" name="Text Placeholder 2">
            <a:extLst>
              <a:ext uri="{FF2B5EF4-FFF2-40B4-BE49-F238E27FC236}">
                <a16:creationId xmlns:a16="http://schemas.microsoft.com/office/drawing/2014/main" id="{3B8EBC2C-6DD7-5003-38EB-40753046FE8C}"/>
              </a:ext>
            </a:extLst>
          </p:cNvPr>
          <p:cNvSpPr>
            <a:spLocks noGrp="1"/>
          </p:cNvSpPr>
          <p:nvPr>
            <p:ph sz="quarter" idx="13"/>
          </p:nvPr>
        </p:nvSpPr>
        <p:spPr>
          <a:xfrm>
            <a:off x="593725" y="2327891"/>
            <a:ext cx="6788150" cy="3709987"/>
          </a:xfrm>
        </p:spPr>
        <p:txBody>
          <a:bodyPr tIns="457200"/>
          <a:lstStyle/>
          <a:p>
            <a:r>
              <a:rPr lang="en-US" dirty="0">
                <a:solidFill>
                  <a:schemeClr val="bg1"/>
                </a:solidFill>
                <a:latin typeface="Tenorite (Body)"/>
                <a:cs typeface="Times New Roman" panose="02020603050405020304" pitchFamily="18" charset="0"/>
              </a:rPr>
              <a:t>Introduction</a:t>
            </a:r>
          </a:p>
          <a:p>
            <a:r>
              <a:rPr lang="en-US" dirty="0">
                <a:solidFill>
                  <a:schemeClr val="bg1"/>
                </a:solidFill>
                <a:latin typeface="Tenorite (Body)"/>
                <a:cs typeface="Times New Roman" panose="02020603050405020304" pitchFamily="18" charset="0"/>
              </a:rPr>
              <a:t>Diagram</a:t>
            </a:r>
          </a:p>
          <a:p>
            <a:r>
              <a:rPr lang="en-US" dirty="0">
                <a:solidFill>
                  <a:schemeClr val="bg1"/>
                </a:solidFill>
                <a:latin typeface="Tenorite (Body)"/>
                <a:cs typeface="Times New Roman" panose="02020603050405020304" pitchFamily="18" charset="0"/>
              </a:rPr>
              <a:t>Agile Methodology</a:t>
            </a:r>
          </a:p>
          <a:p>
            <a:r>
              <a:rPr lang="en-US" dirty="0">
                <a:solidFill>
                  <a:schemeClr val="bg1"/>
                </a:solidFill>
                <a:latin typeface="Tenorite (Body)"/>
                <a:cs typeface="Times New Roman" panose="02020603050405020304" pitchFamily="18" charset="0"/>
              </a:rPr>
              <a:t>Agile Frameworks</a:t>
            </a:r>
          </a:p>
          <a:p>
            <a:r>
              <a:rPr lang="en-US" dirty="0">
                <a:solidFill>
                  <a:schemeClr val="bg1"/>
                </a:solidFill>
                <a:latin typeface="Tenorite (Body)"/>
                <a:cs typeface="Times New Roman" panose="02020603050405020304" pitchFamily="18" charset="0"/>
              </a:rPr>
              <a:t>Advantages</a:t>
            </a:r>
          </a:p>
          <a:p>
            <a:r>
              <a:rPr lang="en-US" dirty="0">
                <a:solidFill>
                  <a:schemeClr val="bg1"/>
                </a:solidFill>
                <a:latin typeface="Tenorite (Body)"/>
                <a:cs typeface="Times New Roman" panose="02020603050405020304" pitchFamily="18" charset="0"/>
              </a:rPr>
              <a:t>Conclusion</a:t>
            </a:r>
          </a:p>
        </p:txBody>
      </p:sp>
    </p:spTree>
    <p:extLst>
      <p:ext uri="{BB962C8B-B14F-4D97-AF65-F5344CB8AC3E}">
        <p14:creationId xmlns:p14="http://schemas.microsoft.com/office/powerpoint/2010/main" val="33466857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45D3755-C3E2-975E-DE68-CDECC4B526EC}"/>
              </a:ext>
            </a:extLst>
          </p:cNvPr>
          <p:cNvSpPr>
            <a:spLocks noGrp="1"/>
          </p:cNvSpPr>
          <p:nvPr>
            <p:ph type="title"/>
          </p:nvPr>
        </p:nvSpPr>
        <p:spPr>
          <a:xfrm>
            <a:off x="314442" y="190832"/>
            <a:ext cx="3063240" cy="1680205"/>
          </a:xfrm>
        </p:spPr>
        <p:txBody>
          <a:bodyPr/>
          <a:lstStyle/>
          <a:p>
            <a:r>
              <a:rPr lang="en-US" sz="4000" dirty="0">
                <a:latin typeface="Tenorite (Body)"/>
                <a:cs typeface="Times New Roman" panose="02020603050405020304" pitchFamily="18" charset="0"/>
              </a:rPr>
              <a:t>Introduction</a:t>
            </a:r>
          </a:p>
        </p:txBody>
      </p:sp>
      <p:sp>
        <p:nvSpPr>
          <p:cNvPr id="7" name="Text Placeholder 6">
            <a:extLst>
              <a:ext uri="{FF2B5EF4-FFF2-40B4-BE49-F238E27FC236}">
                <a16:creationId xmlns:a16="http://schemas.microsoft.com/office/drawing/2014/main" id="{F70BD87D-F7DA-961B-4024-A354DC87D168}"/>
              </a:ext>
            </a:extLst>
          </p:cNvPr>
          <p:cNvSpPr>
            <a:spLocks noGrp="1"/>
          </p:cNvSpPr>
          <p:nvPr>
            <p:ph sz="quarter" idx="13"/>
          </p:nvPr>
        </p:nvSpPr>
        <p:spPr>
          <a:xfrm>
            <a:off x="3694922" y="1030934"/>
            <a:ext cx="7613780" cy="4520779"/>
          </a:xfrm>
        </p:spPr>
        <p:txBody>
          <a:bodyPr>
            <a:noAutofit/>
          </a:bodyPr>
          <a:lstStyle/>
          <a:p>
            <a:r>
              <a:rPr lang="en-US" sz="1800" dirty="0">
                <a:latin typeface="Tenorite (Body)"/>
              </a:rPr>
              <a:t>Agile Software Development is a modern approach to building software that focuses on flexibility, teamwork, and customer satisfaction. The Agile Software Development Model is a way of creating software step by step. The Agile Software Development Model breaks a project into small, manageable parts called iterations or sprints. After each iteration, a working version of the software is presented to the customer, allowing the team to incorporate feedback rapidly and enhance the product as they progress.</a:t>
            </a:r>
          </a:p>
          <a:p>
            <a:r>
              <a:rPr lang="en-US" sz="1800" dirty="0">
                <a:latin typeface="Tenorite (Body)"/>
              </a:rPr>
              <a:t>This approach allows developers to respond effectively to changes in requirements, priorities, or market conditions. By delivering small, functional increments of software frequently, Agile reduces time-to-market while ensuring that the final product meets user needs. Teams work collaboratively and adaptively, continuously learning from each iteration and improving both the product and their processes. Agile empowers teams to innovate, maintain high quality, and provide tangible value to customers throughout the development cycle.</a:t>
            </a:r>
          </a:p>
        </p:txBody>
      </p:sp>
      <p:grpSp>
        <p:nvGrpSpPr>
          <p:cNvPr id="19" name="Group 18">
            <a:extLst>
              <a:ext uri="{FF2B5EF4-FFF2-40B4-BE49-F238E27FC236}">
                <a16:creationId xmlns:a16="http://schemas.microsoft.com/office/drawing/2014/main" id="{C78CEA4F-D72A-C069-6A51-328B103CA0CA}"/>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7E473402-19FD-A5B0-5CB6-E5F3926D3828}"/>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latin typeface="Tenorite (Body)"/>
                <a:cs typeface="Times New Roman" panose="02020603050405020304" pitchFamily="18" charset="0"/>
              </a:endParaRPr>
            </a:p>
          </p:txBody>
        </p:sp>
        <p:sp>
          <p:nvSpPr>
            <p:cNvPr id="21" name="Freeform 20">
              <a:extLst>
                <a:ext uri="{FF2B5EF4-FFF2-40B4-BE49-F238E27FC236}">
                  <a16:creationId xmlns:a16="http://schemas.microsoft.com/office/drawing/2014/main" id="{879D1CAD-2EA2-9376-7B64-0C3AC590F651}"/>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latin typeface="Tenorite (Body)"/>
                <a:cs typeface="Times New Roman" panose="02020603050405020304" pitchFamily="18" charset="0"/>
              </a:endParaRPr>
            </a:p>
          </p:txBody>
        </p:sp>
        <p:sp>
          <p:nvSpPr>
            <p:cNvPr id="22" name="Freeform 21">
              <a:extLst>
                <a:ext uri="{FF2B5EF4-FFF2-40B4-BE49-F238E27FC236}">
                  <a16:creationId xmlns:a16="http://schemas.microsoft.com/office/drawing/2014/main" id="{B16F8906-918C-BE0B-A4AB-6A1D48150AC7}"/>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latin typeface="Tenorite (Body)"/>
                <a:cs typeface="Times New Roman" panose="02020603050405020304" pitchFamily="18" charset="0"/>
              </a:endParaRPr>
            </a:p>
          </p:txBody>
        </p:sp>
      </p:grpSp>
    </p:spTree>
    <p:extLst>
      <p:ext uri="{BB962C8B-B14F-4D97-AF65-F5344CB8AC3E}">
        <p14:creationId xmlns:p14="http://schemas.microsoft.com/office/powerpoint/2010/main" val="32003120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45D3755-C3E2-975E-DE68-CDECC4B526EC}"/>
              </a:ext>
            </a:extLst>
          </p:cNvPr>
          <p:cNvSpPr>
            <a:spLocks noGrp="1"/>
          </p:cNvSpPr>
          <p:nvPr>
            <p:ph type="title"/>
          </p:nvPr>
        </p:nvSpPr>
        <p:spPr>
          <a:xfrm>
            <a:off x="594360" y="102875"/>
            <a:ext cx="10873740" cy="1680205"/>
          </a:xfrm>
        </p:spPr>
        <p:txBody>
          <a:bodyPr/>
          <a:lstStyle/>
          <a:p>
            <a:r>
              <a:rPr lang="en-US" dirty="0">
                <a:latin typeface="Tenorite (Body)"/>
                <a:cs typeface="Times New Roman" panose="02020603050405020304" pitchFamily="18" charset="0"/>
              </a:rPr>
              <a:t>Diagram</a:t>
            </a:r>
          </a:p>
        </p:txBody>
      </p:sp>
      <p:grpSp>
        <p:nvGrpSpPr>
          <p:cNvPr id="19" name="Group 18">
            <a:extLst>
              <a:ext uri="{FF2B5EF4-FFF2-40B4-BE49-F238E27FC236}">
                <a16:creationId xmlns:a16="http://schemas.microsoft.com/office/drawing/2014/main" id="{C78CEA4F-D72A-C069-6A51-328B103CA0CA}"/>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7E473402-19FD-A5B0-5CB6-E5F3926D3828}"/>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latin typeface="Tenorite (Body)"/>
                <a:cs typeface="Times New Roman" panose="02020603050405020304" pitchFamily="18" charset="0"/>
              </a:endParaRPr>
            </a:p>
          </p:txBody>
        </p:sp>
        <p:sp>
          <p:nvSpPr>
            <p:cNvPr id="21" name="Freeform 20">
              <a:extLst>
                <a:ext uri="{FF2B5EF4-FFF2-40B4-BE49-F238E27FC236}">
                  <a16:creationId xmlns:a16="http://schemas.microsoft.com/office/drawing/2014/main" id="{879D1CAD-2EA2-9376-7B64-0C3AC590F651}"/>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latin typeface="Tenorite (Body)"/>
                <a:cs typeface="Times New Roman" panose="02020603050405020304" pitchFamily="18" charset="0"/>
              </a:endParaRPr>
            </a:p>
          </p:txBody>
        </p:sp>
        <p:sp>
          <p:nvSpPr>
            <p:cNvPr id="22" name="Freeform 21">
              <a:extLst>
                <a:ext uri="{FF2B5EF4-FFF2-40B4-BE49-F238E27FC236}">
                  <a16:creationId xmlns:a16="http://schemas.microsoft.com/office/drawing/2014/main" id="{B16F8906-918C-BE0B-A4AB-6A1D48150AC7}"/>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latin typeface="Tenorite (Body)"/>
                <a:cs typeface="Times New Roman" panose="02020603050405020304" pitchFamily="18" charset="0"/>
              </a:endParaRPr>
            </a:p>
          </p:txBody>
        </p:sp>
      </p:grpSp>
      <p:pic>
        <p:nvPicPr>
          <p:cNvPr id="7" name="Content Placeholder 6">
            <a:extLst>
              <a:ext uri="{FF2B5EF4-FFF2-40B4-BE49-F238E27FC236}">
                <a16:creationId xmlns:a16="http://schemas.microsoft.com/office/drawing/2014/main" id="{A659E8E9-F287-A095-55EC-9C7670F0AC69}"/>
              </a:ext>
            </a:extLst>
          </p:cNvPr>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3844212" y="1321399"/>
            <a:ext cx="6744321" cy="4215201"/>
          </a:xfrm>
        </p:spPr>
      </p:pic>
    </p:spTree>
    <p:extLst>
      <p:ext uri="{BB962C8B-B14F-4D97-AF65-F5344CB8AC3E}">
        <p14:creationId xmlns:p14="http://schemas.microsoft.com/office/powerpoint/2010/main" val="33705287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45D3755-C3E2-975E-DE68-CDECC4B526EC}"/>
              </a:ext>
            </a:extLst>
          </p:cNvPr>
          <p:cNvSpPr>
            <a:spLocks noGrp="1"/>
          </p:cNvSpPr>
          <p:nvPr>
            <p:ph type="title"/>
          </p:nvPr>
        </p:nvSpPr>
        <p:spPr>
          <a:xfrm>
            <a:off x="384616" y="176346"/>
            <a:ext cx="3520440" cy="1680205"/>
          </a:xfrm>
        </p:spPr>
        <p:txBody>
          <a:bodyPr/>
          <a:lstStyle/>
          <a:p>
            <a:r>
              <a:rPr lang="en-US" sz="3600" dirty="0">
                <a:latin typeface="Tenorite (Body)"/>
                <a:cs typeface="Times New Roman" panose="02020603050405020304" pitchFamily="18" charset="0"/>
              </a:rPr>
              <a:t>Agile Methodology</a:t>
            </a:r>
          </a:p>
        </p:txBody>
      </p:sp>
      <p:grpSp>
        <p:nvGrpSpPr>
          <p:cNvPr id="19" name="Group 18">
            <a:extLst>
              <a:ext uri="{FF2B5EF4-FFF2-40B4-BE49-F238E27FC236}">
                <a16:creationId xmlns:a16="http://schemas.microsoft.com/office/drawing/2014/main" id="{C78CEA4F-D72A-C069-6A51-328B103CA0CA}"/>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7E473402-19FD-A5B0-5CB6-E5F3926D3828}"/>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latin typeface="Tenorite (Body)"/>
                <a:cs typeface="Times New Roman" panose="02020603050405020304" pitchFamily="18" charset="0"/>
              </a:endParaRPr>
            </a:p>
          </p:txBody>
        </p:sp>
        <p:sp>
          <p:nvSpPr>
            <p:cNvPr id="21" name="Freeform 20">
              <a:extLst>
                <a:ext uri="{FF2B5EF4-FFF2-40B4-BE49-F238E27FC236}">
                  <a16:creationId xmlns:a16="http://schemas.microsoft.com/office/drawing/2014/main" id="{879D1CAD-2EA2-9376-7B64-0C3AC590F651}"/>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latin typeface="Tenorite (Body)"/>
                <a:cs typeface="Times New Roman" panose="02020603050405020304" pitchFamily="18" charset="0"/>
              </a:endParaRPr>
            </a:p>
          </p:txBody>
        </p:sp>
        <p:sp>
          <p:nvSpPr>
            <p:cNvPr id="22" name="Freeform 21">
              <a:extLst>
                <a:ext uri="{FF2B5EF4-FFF2-40B4-BE49-F238E27FC236}">
                  <a16:creationId xmlns:a16="http://schemas.microsoft.com/office/drawing/2014/main" id="{B16F8906-918C-BE0B-A4AB-6A1D48150AC7}"/>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latin typeface="Tenorite (Body)"/>
                <a:cs typeface="Times New Roman" panose="02020603050405020304" pitchFamily="18" charset="0"/>
              </a:endParaRPr>
            </a:p>
          </p:txBody>
        </p:sp>
      </p:grpSp>
      <p:sp>
        <p:nvSpPr>
          <p:cNvPr id="36" name="TextBox 35">
            <a:extLst>
              <a:ext uri="{FF2B5EF4-FFF2-40B4-BE49-F238E27FC236}">
                <a16:creationId xmlns:a16="http://schemas.microsoft.com/office/drawing/2014/main" id="{F4559EF2-DBD1-D642-742E-55407E0FC596}"/>
              </a:ext>
            </a:extLst>
          </p:cNvPr>
          <p:cNvSpPr txBox="1"/>
          <p:nvPr/>
        </p:nvSpPr>
        <p:spPr>
          <a:xfrm>
            <a:off x="3823025" y="980824"/>
            <a:ext cx="6524624" cy="5355312"/>
          </a:xfrm>
          <a:prstGeom prst="rect">
            <a:avLst/>
          </a:prstGeom>
          <a:noFill/>
        </p:spPr>
        <p:txBody>
          <a:bodyPr wrap="square" rtlCol="0">
            <a:spAutoFit/>
          </a:bodyPr>
          <a:lstStyle/>
          <a:p>
            <a:r>
              <a:rPr lang="en-US" b="1" dirty="0">
                <a:solidFill>
                  <a:schemeClr val="bg1"/>
                </a:solidFill>
                <a:latin typeface="Franklin Gothic Book (Body)"/>
                <a:cs typeface="Times New Roman" panose="02020603050405020304" pitchFamily="18" charset="0"/>
              </a:rPr>
              <a:t>1. Entry: </a:t>
            </a:r>
            <a:r>
              <a:rPr lang="en-US" dirty="0">
                <a:solidFill>
                  <a:schemeClr val="bg1"/>
                </a:solidFill>
                <a:latin typeface="Franklin Gothic Book (Body)"/>
                <a:cs typeface="Times New Roman" panose="02020603050405020304" pitchFamily="18" charset="0"/>
              </a:rPr>
              <a:t>This is the starting point of the Agile process.</a:t>
            </a:r>
            <a:br>
              <a:rPr lang="en-US" dirty="0">
                <a:solidFill>
                  <a:schemeClr val="bg1"/>
                </a:solidFill>
                <a:latin typeface="Franklin Gothic Book (Body)"/>
                <a:cs typeface="Times New Roman" panose="02020603050405020304" pitchFamily="18" charset="0"/>
              </a:rPr>
            </a:br>
            <a:r>
              <a:rPr lang="en-US" b="1" dirty="0">
                <a:solidFill>
                  <a:schemeClr val="bg1"/>
                </a:solidFill>
                <a:latin typeface="Franklin Gothic Book (Body)"/>
                <a:cs typeface="Times New Roman" panose="02020603050405020304" pitchFamily="18" charset="0"/>
              </a:rPr>
              <a:t>2. Requirements: </a:t>
            </a:r>
            <a:r>
              <a:rPr lang="en-US" dirty="0">
                <a:solidFill>
                  <a:schemeClr val="bg1"/>
                </a:solidFill>
                <a:latin typeface="Franklin Gothic Book (Body)"/>
                <a:cs typeface="Times New Roman" panose="02020603050405020304" pitchFamily="18" charset="0"/>
              </a:rPr>
              <a:t>In this stage, the team gathers and analyzes requirements.</a:t>
            </a:r>
            <a:br>
              <a:rPr lang="en-US" dirty="0">
                <a:solidFill>
                  <a:schemeClr val="bg1"/>
                </a:solidFill>
                <a:latin typeface="Franklin Gothic Book (Body)"/>
                <a:cs typeface="Times New Roman" panose="02020603050405020304" pitchFamily="18" charset="0"/>
              </a:rPr>
            </a:br>
            <a:r>
              <a:rPr lang="en-US" b="1" dirty="0">
                <a:solidFill>
                  <a:schemeClr val="bg1"/>
                </a:solidFill>
                <a:latin typeface="Franklin Gothic Book (Body)"/>
                <a:cs typeface="Times New Roman" panose="02020603050405020304" pitchFamily="18" charset="0"/>
              </a:rPr>
              <a:t>3. Design: </a:t>
            </a:r>
            <a:r>
              <a:rPr lang="en-US" dirty="0">
                <a:solidFill>
                  <a:schemeClr val="bg1"/>
                </a:solidFill>
                <a:latin typeface="Franklin Gothic Book (Body)"/>
                <a:cs typeface="Times New Roman" panose="02020603050405020304" pitchFamily="18" charset="0"/>
              </a:rPr>
              <a:t>Based on the requirements, the team designs how the system will look and function.</a:t>
            </a:r>
            <a:br>
              <a:rPr lang="en-US" dirty="0">
                <a:solidFill>
                  <a:schemeClr val="bg1"/>
                </a:solidFill>
                <a:latin typeface="Franklin Gothic Book (Body)"/>
                <a:cs typeface="Times New Roman" panose="02020603050405020304" pitchFamily="18" charset="0"/>
              </a:rPr>
            </a:br>
            <a:r>
              <a:rPr lang="en-US" dirty="0">
                <a:solidFill>
                  <a:schemeClr val="bg1"/>
                </a:solidFill>
                <a:latin typeface="Franklin Gothic Book (Body)"/>
                <a:cs typeface="Times New Roman" panose="02020603050405020304" pitchFamily="18" charset="0"/>
              </a:rPr>
              <a:t>This includes creating system architecture and planning user interfaces.</a:t>
            </a:r>
          </a:p>
          <a:p>
            <a:r>
              <a:rPr lang="en-US" b="1" dirty="0">
                <a:solidFill>
                  <a:schemeClr val="bg1"/>
                </a:solidFill>
                <a:latin typeface="Franklin Gothic Book (Body)"/>
                <a:cs typeface="Times New Roman" panose="02020603050405020304" pitchFamily="18" charset="0"/>
              </a:rPr>
              <a:t>4. Develop: </a:t>
            </a:r>
            <a:r>
              <a:rPr lang="en-US" dirty="0">
                <a:solidFill>
                  <a:schemeClr val="bg1"/>
                </a:solidFill>
                <a:latin typeface="Franklin Gothic Book (Body)"/>
                <a:cs typeface="Times New Roman" panose="02020603050405020304" pitchFamily="18" charset="0"/>
              </a:rPr>
              <a:t>The actual coding starts here.</a:t>
            </a:r>
            <a:br>
              <a:rPr lang="en-US" dirty="0">
                <a:solidFill>
                  <a:schemeClr val="bg1"/>
                </a:solidFill>
                <a:latin typeface="Franklin Gothic Book (Body)"/>
                <a:cs typeface="Times New Roman" panose="02020603050405020304" pitchFamily="18" charset="0"/>
              </a:rPr>
            </a:br>
            <a:r>
              <a:rPr lang="en-US" dirty="0">
                <a:solidFill>
                  <a:schemeClr val="bg1"/>
                </a:solidFill>
                <a:latin typeface="Franklin Gothic Book (Body)"/>
                <a:cs typeface="Times New Roman" panose="02020603050405020304" pitchFamily="18" charset="0"/>
              </a:rPr>
              <a:t>Developers build the software in small, manageable parts (iterations) so progress can be tested and improved quickly.</a:t>
            </a:r>
          </a:p>
          <a:p>
            <a:r>
              <a:rPr lang="en-US" b="1" dirty="0">
                <a:solidFill>
                  <a:schemeClr val="bg1"/>
                </a:solidFill>
                <a:latin typeface="Franklin Gothic Book (Body)"/>
                <a:cs typeface="Times New Roman" panose="02020603050405020304" pitchFamily="18" charset="0"/>
              </a:rPr>
              <a:t>5. Test: </a:t>
            </a:r>
            <a:r>
              <a:rPr lang="en-US" dirty="0">
                <a:solidFill>
                  <a:schemeClr val="bg1"/>
                </a:solidFill>
                <a:latin typeface="Franklin Gothic Book (Body)"/>
                <a:cs typeface="Times New Roman" panose="02020603050405020304" pitchFamily="18" charset="0"/>
              </a:rPr>
              <a:t>After development, each part is tested to find and fix errors.</a:t>
            </a:r>
            <a:br>
              <a:rPr lang="en-US" dirty="0">
                <a:solidFill>
                  <a:schemeClr val="bg1"/>
                </a:solidFill>
                <a:latin typeface="Franklin Gothic Book (Body)"/>
                <a:cs typeface="Times New Roman" panose="02020603050405020304" pitchFamily="18" charset="0"/>
              </a:rPr>
            </a:br>
            <a:r>
              <a:rPr lang="en-US" b="1" dirty="0">
                <a:solidFill>
                  <a:schemeClr val="bg1"/>
                </a:solidFill>
                <a:latin typeface="Franklin Gothic Book (Body)"/>
                <a:cs typeface="Times New Roman" panose="02020603050405020304" pitchFamily="18" charset="0"/>
              </a:rPr>
              <a:t>6. Deploy: </a:t>
            </a:r>
            <a:r>
              <a:rPr lang="en-US" dirty="0">
                <a:solidFill>
                  <a:schemeClr val="bg1"/>
                </a:solidFill>
                <a:latin typeface="Franklin Gothic Book (Body)"/>
                <a:cs typeface="Times New Roman" panose="02020603050405020304" pitchFamily="18" charset="0"/>
              </a:rPr>
              <a:t>Once testing is complete, the working version of the product is deployed or released for use.</a:t>
            </a:r>
          </a:p>
          <a:p>
            <a:r>
              <a:rPr lang="en-US" b="1" dirty="0">
                <a:solidFill>
                  <a:schemeClr val="bg1"/>
                </a:solidFill>
                <a:latin typeface="Franklin Gothic Book (Body)"/>
                <a:cs typeface="Times New Roman" panose="02020603050405020304" pitchFamily="18" charset="0"/>
              </a:rPr>
              <a:t>7. Review :</a:t>
            </a:r>
            <a:r>
              <a:rPr lang="en-US" dirty="0">
                <a:solidFill>
                  <a:schemeClr val="bg1"/>
                </a:solidFill>
                <a:latin typeface="Franklin Gothic Book (Body)"/>
                <a:cs typeface="Times New Roman" panose="02020603050405020304" pitchFamily="18" charset="0"/>
              </a:rPr>
              <a:t>After deployment, feedback is collected from users and stakeholders.</a:t>
            </a:r>
            <a:br>
              <a:rPr lang="en-US" dirty="0">
                <a:solidFill>
                  <a:schemeClr val="bg1"/>
                </a:solidFill>
                <a:latin typeface="Franklin Gothic Book (Body)"/>
                <a:cs typeface="Times New Roman" panose="02020603050405020304" pitchFamily="18" charset="0"/>
              </a:rPr>
            </a:br>
            <a:r>
              <a:rPr lang="en-US" dirty="0">
                <a:solidFill>
                  <a:schemeClr val="bg1"/>
                </a:solidFill>
                <a:latin typeface="Franklin Gothic Book (Body)"/>
                <a:cs typeface="Times New Roman" panose="02020603050405020304" pitchFamily="18" charset="0"/>
              </a:rPr>
              <a:t>This feedback helps improve the product in the next iteration.</a:t>
            </a:r>
          </a:p>
          <a:p>
            <a:r>
              <a:rPr lang="en-US" b="1" dirty="0">
                <a:solidFill>
                  <a:schemeClr val="bg1"/>
                </a:solidFill>
                <a:latin typeface="Franklin Gothic Book (Body)"/>
                <a:cs typeface="Times New Roman" panose="02020603050405020304" pitchFamily="18" charset="0"/>
              </a:rPr>
              <a:t>8. Exit: </a:t>
            </a:r>
            <a:r>
              <a:rPr lang="en-US" dirty="0">
                <a:solidFill>
                  <a:schemeClr val="bg1"/>
                </a:solidFill>
                <a:latin typeface="Franklin Gothic Book (Body)"/>
                <a:cs typeface="Times New Roman" panose="02020603050405020304" pitchFamily="18" charset="0"/>
              </a:rPr>
              <a:t>When all project goals are achieved, the final version is released, and the project is formally closed.</a:t>
            </a:r>
          </a:p>
        </p:txBody>
      </p:sp>
    </p:spTree>
    <p:extLst>
      <p:ext uri="{BB962C8B-B14F-4D97-AF65-F5344CB8AC3E}">
        <p14:creationId xmlns:p14="http://schemas.microsoft.com/office/powerpoint/2010/main" val="26450589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45D3755-C3E2-975E-DE68-CDECC4B526EC}"/>
              </a:ext>
            </a:extLst>
          </p:cNvPr>
          <p:cNvSpPr>
            <a:spLocks noGrp="1"/>
          </p:cNvSpPr>
          <p:nvPr>
            <p:ph type="title"/>
          </p:nvPr>
        </p:nvSpPr>
        <p:spPr>
          <a:xfrm>
            <a:off x="545386" y="167015"/>
            <a:ext cx="2839305" cy="1680205"/>
          </a:xfrm>
        </p:spPr>
        <p:txBody>
          <a:bodyPr/>
          <a:lstStyle/>
          <a:p>
            <a:r>
              <a:rPr lang="en-IN" sz="3200" dirty="0">
                <a:latin typeface="Tenorite (Body)"/>
              </a:rPr>
              <a:t>Agile Frameworks</a:t>
            </a:r>
            <a:endParaRPr lang="en-US" sz="3200" dirty="0">
              <a:latin typeface="Tenorite (Body)"/>
              <a:cs typeface="Times New Roman" panose="02020603050405020304" pitchFamily="18" charset="0"/>
            </a:endParaRPr>
          </a:p>
        </p:txBody>
      </p:sp>
      <p:sp>
        <p:nvSpPr>
          <p:cNvPr id="7" name="Text Placeholder 6">
            <a:extLst>
              <a:ext uri="{FF2B5EF4-FFF2-40B4-BE49-F238E27FC236}">
                <a16:creationId xmlns:a16="http://schemas.microsoft.com/office/drawing/2014/main" id="{F70BD87D-F7DA-961B-4024-A354DC87D168}"/>
              </a:ext>
            </a:extLst>
          </p:cNvPr>
          <p:cNvSpPr>
            <a:spLocks noGrp="1"/>
          </p:cNvSpPr>
          <p:nvPr>
            <p:ph sz="quarter" idx="13"/>
          </p:nvPr>
        </p:nvSpPr>
        <p:spPr>
          <a:xfrm>
            <a:off x="3508310" y="2199601"/>
            <a:ext cx="7810500" cy="3700462"/>
          </a:xfrm>
        </p:spPr>
        <p:txBody>
          <a:bodyPr>
            <a:noAutofit/>
          </a:bodyPr>
          <a:lstStyle/>
          <a:p>
            <a:pPr marL="0" indent="0">
              <a:buNone/>
            </a:pPr>
            <a:r>
              <a:rPr lang="en-US" dirty="0"/>
              <a:t>An Agile Framework is a set of rules and practices that helps teams work together, plan, and deliver software step by step. It guides teams to adapt quickly, improve continuously, and give value to the customer   faster.</a:t>
            </a:r>
          </a:p>
          <a:p>
            <a:pPr>
              <a:buFont typeface="Arial" panose="020B0604020202020204" pitchFamily="34" charset="0"/>
              <a:buChar char="•"/>
            </a:pPr>
            <a:r>
              <a:rPr lang="en-US" b="1" dirty="0">
                <a:latin typeface="Tenorite (Body)"/>
                <a:cs typeface="Times New Roman" panose="02020603050405020304" pitchFamily="18" charset="0"/>
              </a:rPr>
              <a:t>Scrum: </a:t>
            </a:r>
            <a:r>
              <a:rPr lang="en-US" dirty="0">
                <a:latin typeface="Tenorite (Body)"/>
                <a:cs typeface="Times New Roman" panose="02020603050405020304" pitchFamily="18" charset="0"/>
              </a:rPr>
              <a:t>Works in sprints with clear roles — Scrum Master, Product Owner, Development Team.</a:t>
            </a:r>
          </a:p>
          <a:p>
            <a:pPr>
              <a:buFont typeface="Arial" panose="020B0604020202020204" pitchFamily="34" charset="0"/>
              <a:buChar char="•"/>
            </a:pPr>
            <a:r>
              <a:rPr lang="en-US" b="1" dirty="0">
                <a:latin typeface="Tenorite (Body)"/>
                <a:cs typeface="Times New Roman" panose="02020603050405020304" pitchFamily="18" charset="0"/>
              </a:rPr>
              <a:t>Kanban: </a:t>
            </a:r>
            <a:r>
              <a:rPr lang="en-US" dirty="0">
                <a:latin typeface="Tenorite (Body)"/>
                <a:cs typeface="Times New Roman" panose="02020603050405020304" pitchFamily="18" charset="0"/>
              </a:rPr>
              <a:t>Uses visual boards to track and manage tasks in real time.</a:t>
            </a:r>
          </a:p>
          <a:p>
            <a:pPr>
              <a:buFont typeface="Arial" panose="020B0604020202020204" pitchFamily="34" charset="0"/>
              <a:buChar char="•"/>
            </a:pPr>
            <a:r>
              <a:rPr lang="en-US" b="1" dirty="0">
                <a:latin typeface="Tenorite (Body)"/>
                <a:cs typeface="Times New Roman" panose="02020603050405020304" pitchFamily="18" charset="0"/>
              </a:rPr>
              <a:t>Extreme Programming (XP): </a:t>
            </a:r>
            <a:r>
              <a:rPr lang="en-US" dirty="0">
                <a:latin typeface="Tenorite (Body)"/>
                <a:cs typeface="Times New Roman" panose="02020603050405020304" pitchFamily="18" charset="0"/>
              </a:rPr>
              <a:t>Focuses on quality code, pair programming, and frequent testing.</a:t>
            </a:r>
          </a:p>
        </p:txBody>
      </p:sp>
      <p:grpSp>
        <p:nvGrpSpPr>
          <p:cNvPr id="19" name="Group 18">
            <a:extLst>
              <a:ext uri="{FF2B5EF4-FFF2-40B4-BE49-F238E27FC236}">
                <a16:creationId xmlns:a16="http://schemas.microsoft.com/office/drawing/2014/main" id="{C78CEA4F-D72A-C069-6A51-328B103CA0CA}"/>
              </a:ext>
              <a:ext uri="{C183D7F6-B498-43B3-948B-1728B52AA6E4}">
                <adec:decorative xmlns:adec="http://schemas.microsoft.com/office/drawing/2017/decorative" val="1"/>
              </a:ext>
            </a:extLst>
          </p:cNvPr>
          <p:cNvGrpSpPr>
            <a:grpSpLocks/>
          </p:cNvGrpSpPr>
          <p:nvPr/>
        </p:nvGrpSpPr>
        <p:grpSpPr bwMode="auto">
          <a:xfrm rot="16200000" flipV="1">
            <a:off x="0" y="3909463"/>
            <a:ext cx="2959226" cy="2959226"/>
            <a:chOff x="0" y="12289"/>
            <a:chExt cx="3550" cy="3551"/>
          </a:xfrm>
        </p:grpSpPr>
        <p:sp>
          <p:nvSpPr>
            <p:cNvPr id="20" name="Freeform 19">
              <a:extLst>
                <a:ext uri="{FF2B5EF4-FFF2-40B4-BE49-F238E27FC236}">
                  <a16:creationId xmlns:a16="http://schemas.microsoft.com/office/drawing/2014/main" id="{7E473402-19FD-A5B0-5CB6-E5F3926D3828}"/>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latin typeface="Tenorite (Body)"/>
                <a:cs typeface="Times New Roman" panose="02020603050405020304" pitchFamily="18" charset="0"/>
              </a:endParaRPr>
            </a:p>
          </p:txBody>
        </p:sp>
        <p:sp>
          <p:nvSpPr>
            <p:cNvPr id="21" name="Freeform 20">
              <a:extLst>
                <a:ext uri="{FF2B5EF4-FFF2-40B4-BE49-F238E27FC236}">
                  <a16:creationId xmlns:a16="http://schemas.microsoft.com/office/drawing/2014/main" id="{879D1CAD-2EA2-9376-7B64-0C3AC590F651}"/>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latin typeface="Tenorite (Body)"/>
                <a:cs typeface="Times New Roman" panose="02020603050405020304" pitchFamily="18" charset="0"/>
              </a:endParaRPr>
            </a:p>
          </p:txBody>
        </p:sp>
        <p:sp>
          <p:nvSpPr>
            <p:cNvPr id="22" name="Freeform 21">
              <a:extLst>
                <a:ext uri="{FF2B5EF4-FFF2-40B4-BE49-F238E27FC236}">
                  <a16:creationId xmlns:a16="http://schemas.microsoft.com/office/drawing/2014/main" id="{B16F8906-918C-BE0B-A4AB-6A1D48150AC7}"/>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latin typeface="Tenorite (Body)"/>
                <a:cs typeface="Times New Roman" panose="02020603050405020304" pitchFamily="18" charset="0"/>
              </a:endParaRPr>
            </a:p>
          </p:txBody>
        </p:sp>
      </p:grpSp>
    </p:spTree>
    <p:extLst>
      <p:ext uri="{BB962C8B-B14F-4D97-AF65-F5344CB8AC3E}">
        <p14:creationId xmlns:p14="http://schemas.microsoft.com/office/powerpoint/2010/main" val="16621261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45D3755-C3E2-975E-DE68-CDECC4B526EC}"/>
              </a:ext>
            </a:extLst>
          </p:cNvPr>
          <p:cNvSpPr>
            <a:spLocks noGrp="1"/>
          </p:cNvSpPr>
          <p:nvPr>
            <p:ph type="title"/>
          </p:nvPr>
        </p:nvSpPr>
        <p:spPr>
          <a:xfrm>
            <a:off x="312121" y="227808"/>
            <a:ext cx="3305836" cy="1680205"/>
          </a:xfrm>
        </p:spPr>
        <p:txBody>
          <a:bodyPr/>
          <a:lstStyle/>
          <a:p>
            <a:r>
              <a:rPr lang="en-US" sz="3600" dirty="0">
                <a:latin typeface="Tenorite (Body)"/>
                <a:cs typeface="Times New Roman" panose="02020603050405020304" pitchFamily="18" charset="0"/>
              </a:rPr>
              <a:t>Advantages:</a:t>
            </a:r>
          </a:p>
        </p:txBody>
      </p:sp>
      <p:sp>
        <p:nvSpPr>
          <p:cNvPr id="7" name="Text Placeholder 6">
            <a:extLst>
              <a:ext uri="{FF2B5EF4-FFF2-40B4-BE49-F238E27FC236}">
                <a16:creationId xmlns:a16="http://schemas.microsoft.com/office/drawing/2014/main" id="{F70BD87D-F7DA-961B-4024-A354DC87D168}"/>
              </a:ext>
            </a:extLst>
          </p:cNvPr>
          <p:cNvSpPr>
            <a:spLocks noGrp="1"/>
          </p:cNvSpPr>
          <p:nvPr>
            <p:ph sz="quarter" idx="13"/>
          </p:nvPr>
        </p:nvSpPr>
        <p:spPr>
          <a:xfrm>
            <a:off x="3732244" y="1067910"/>
            <a:ext cx="7810500" cy="5155608"/>
          </a:xfrm>
        </p:spPr>
        <p:txBody>
          <a:bodyPr>
            <a:noAutofit/>
          </a:bodyPr>
          <a:lstStyle/>
          <a:p>
            <a:r>
              <a:rPr lang="en-US" sz="1800" b="1" dirty="0"/>
              <a:t>Faster and more frequent delivery: </a:t>
            </a:r>
            <a:r>
              <a:rPr lang="en-US" sz="1800" dirty="0"/>
              <a:t>Working software is delivered in short iterations, reducing time-to-market.</a:t>
            </a:r>
          </a:p>
          <a:p>
            <a:r>
              <a:rPr lang="en-US" sz="1800" b="1" dirty="0"/>
              <a:t>Higher customer satisfaction: </a:t>
            </a:r>
            <a:r>
              <a:rPr lang="en-US" sz="1800" dirty="0"/>
              <a:t>Early and continuous feedback ensures the product meets user needs.</a:t>
            </a:r>
          </a:p>
          <a:p>
            <a:r>
              <a:rPr lang="en-US" sz="1800" b="1" dirty="0"/>
              <a:t>Better communication: </a:t>
            </a:r>
            <a:r>
              <a:rPr lang="en-US" sz="1800" dirty="0"/>
              <a:t>Improves efficiency and understanding.</a:t>
            </a:r>
          </a:p>
          <a:p>
            <a:r>
              <a:rPr lang="en-US" sz="1800" b="1" dirty="0"/>
              <a:t>Continuous learning and improvement: </a:t>
            </a:r>
            <a:r>
              <a:rPr lang="en-US" sz="1800" dirty="0"/>
              <a:t>Each iteration allows teams to refine processes and enhance quality.</a:t>
            </a:r>
          </a:p>
          <a:p>
            <a:r>
              <a:rPr lang="en-US" sz="1800" b="1" dirty="0"/>
              <a:t>Flexibility : </a:t>
            </a:r>
            <a:r>
              <a:rPr lang="en-US" sz="1800" dirty="0"/>
              <a:t>Agile responds effectively to changing requirements without major disruption.</a:t>
            </a:r>
          </a:p>
          <a:p>
            <a:r>
              <a:rPr lang="en-US" sz="1800" b="1" dirty="0"/>
              <a:t>Transparency and predictability</a:t>
            </a:r>
            <a:r>
              <a:rPr lang="en-US" sz="1800" dirty="0"/>
              <a:t>: Frequent updates and reviews provide clear visibility into project progress.</a:t>
            </a:r>
          </a:p>
          <a:p>
            <a:r>
              <a:rPr lang="en-US" sz="1800" b="1" dirty="0"/>
              <a:t>Reduced risk: </a:t>
            </a:r>
            <a:r>
              <a:rPr lang="en-US" sz="1800" dirty="0"/>
              <a:t>Early testing and feedback help identify and resolve issues sooner.</a:t>
            </a:r>
          </a:p>
        </p:txBody>
      </p:sp>
      <p:grpSp>
        <p:nvGrpSpPr>
          <p:cNvPr id="19" name="Group 18">
            <a:extLst>
              <a:ext uri="{FF2B5EF4-FFF2-40B4-BE49-F238E27FC236}">
                <a16:creationId xmlns:a16="http://schemas.microsoft.com/office/drawing/2014/main" id="{C78CEA4F-D72A-C069-6A51-328B103CA0CA}"/>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7E473402-19FD-A5B0-5CB6-E5F3926D3828}"/>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latin typeface="Tenorite (Body)"/>
                <a:cs typeface="Times New Roman" panose="02020603050405020304" pitchFamily="18" charset="0"/>
              </a:endParaRPr>
            </a:p>
          </p:txBody>
        </p:sp>
        <p:sp>
          <p:nvSpPr>
            <p:cNvPr id="21" name="Freeform 20">
              <a:extLst>
                <a:ext uri="{FF2B5EF4-FFF2-40B4-BE49-F238E27FC236}">
                  <a16:creationId xmlns:a16="http://schemas.microsoft.com/office/drawing/2014/main" id="{879D1CAD-2EA2-9376-7B64-0C3AC590F651}"/>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latin typeface="Tenorite (Body)"/>
                <a:cs typeface="Times New Roman" panose="02020603050405020304" pitchFamily="18" charset="0"/>
              </a:endParaRPr>
            </a:p>
          </p:txBody>
        </p:sp>
        <p:sp>
          <p:nvSpPr>
            <p:cNvPr id="22" name="Freeform 21">
              <a:extLst>
                <a:ext uri="{FF2B5EF4-FFF2-40B4-BE49-F238E27FC236}">
                  <a16:creationId xmlns:a16="http://schemas.microsoft.com/office/drawing/2014/main" id="{B16F8906-918C-BE0B-A4AB-6A1D48150AC7}"/>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latin typeface="Tenorite (Body)"/>
                <a:cs typeface="Times New Roman" panose="02020603050405020304" pitchFamily="18" charset="0"/>
              </a:endParaRPr>
            </a:p>
          </p:txBody>
        </p:sp>
      </p:grpSp>
    </p:spTree>
    <p:extLst>
      <p:ext uri="{BB962C8B-B14F-4D97-AF65-F5344CB8AC3E}">
        <p14:creationId xmlns:p14="http://schemas.microsoft.com/office/powerpoint/2010/main" val="40745851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45D3755-C3E2-975E-DE68-CDECC4B526EC}"/>
              </a:ext>
            </a:extLst>
          </p:cNvPr>
          <p:cNvSpPr>
            <a:spLocks noGrp="1"/>
          </p:cNvSpPr>
          <p:nvPr>
            <p:ph type="title"/>
          </p:nvPr>
        </p:nvSpPr>
        <p:spPr>
          <a:xfrm>
            <a:off x="594360" y="102875"/>
            <a:ext cx="10873740" cy="1680205"/>
          </a:xfrm>
        </p:spPr>
        <p:txBody>
          <a:bodyPr/>
          <a:lstStyle/>
          <a:p>
            <a:r>
              <a:rPr lang="en-US" dirty="0">
                <a:latin typeface="Tenorite (Body)"/>
                <a:cs typeface="Times New Roman" panose="02020603050405020304" pitchFamily="18" charset="0"/>
              </a:rPr>
              <a:t>Conclusion:</a:t>
            </a:r>
          </a:p>
        </p:txBody>
      </p:sp>
      <p:sp>
        <p:nvSpPr>
          <p:cNvPr id="7" name="Text Placeholder 6">
            <a:extLst>
              <a:ext uri="{FF2B5EF4-FFF2-40B4-BE49-F238E27FC236}">
                <a16:creationId xmlns:a16="http://schemas.microsoft.com/office/drawing/2014/main" id="{F70BD87D-F7DA-961B-4024-A354DC87D168}"/>
              </a:ext>
            </a:extLst>
          </p:cNvPr>
          <p:cNvSpPr>
            <a:spLocks noGrp="1"/>
          </p:cNvSpPr>
          <p:nvPr>
            <p:ph sz="quarter" idx="13"/>
          </p:nvPr>
        </p:nvSpPr>
        <p:spPr>
          <a:xfrm>
            <a:off x="3657600" y="2281238"/>
            <a:ext cx="7810500" cy="3700462"/>
          </a:xfrm>
        </p:spPr>
        <p:txBody>
          <a:bodyPr>
            <a:noAutofit/>
          </a:bodyPr>
          <a:lstStyle/>
          <a:p>
            <a:r>
              <a:rPr lang="en-US" sz="1800" dirty="0"/>
              <a:t>Agile Software Development is more than just a methodology—it is a mindset that prioritizes adaptability, collaboration, and customer-centric delivery. By embracing Agile principles, software teams focus on iterative development, delivering small, functional increments of software frequently. This approach ensures that feedback is continuously incorporated, allowing products to evolve in alignment with changing business requirements and user needs.</a:t>
            </a:r>
          </a:p>
          <a:p>
            <a:r>
              <a:rPr lang="en-US" sz="1800" dirty="0"/>
              <a:t>The core principles of Agile—individuals and interactions over processes, working software over comprehensive documentation, customer collaboration over contract negotiation, and responding to change over following a plan—empower teams to work more efficiently, reduce risks, and maintain high-quality standards.</a:t>
            </a:r>
          </a:p>
        </p:txBody>
      </p:sp>
      <p:grpSp>
        <p:nvGrpSpPr>
          <p:cNvPr id="19" name="Group 18">
            <a:extLst>
              <a:ext uri="{FF2B5EF4-FFF2-40B4-BE49-F238E27FC236}">
                <a16:creationId xmlns:a16="http://schemas.microsoft.com/office/drawing/2014/main" id="{C78CEA4F-D72A-C069-6A51-328B103CA0CA}"/>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7E473402-19FD-A5B0-5CB6-E5F3926D3828}"/>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latin typeface="Tenorite (Body)"/>
                <a:cs typeface="Times New Roman" panose="02020603050405020304" pitchFamily="18" charset="0"/>
              </a:endParaRPr>
            </a:p>
          </p:txBody>
        </p:sp>
        <p:sp>
          <p:nvSpPr>
            <p:cNvPr id="21" name="Freeform 20">
              <a:extLst>
                <a:ext uri="{FF2B5EF4-FFF2-40B4-BE49-F238E27FC236}">
                  <a16:creationId xmlns:a16="http://schemas.microsoft.com/office/drawing/2014/main" id="{879D1CAD-2EA2-9376-7B64-0C3AC590F651}"/>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latin typeface="Tenorite (Body)"/>
                <a:cs typeface="Times New Roman" panose="02020603050405020304" pitchFamily="18" charset="0"/>
              </a:endParaRPr>
            </a:p>
          </p:txBody>
        </p:sp>
        <p:sp>
          <p:nvSpPr>
            <p:cNvPr id="22" name="Freeform 21">
              <a:extLst>
                <a:ext uri="{FF2B5EF4-FFF2-40B4-BE49-F238E27FC236}">
                  <a16:creationId xmlns:a16="http://schemas.microsoft.com/office/drawing/2014/main" id="{B16F8906-918C-BE0B-A4AB-6A1D48150AC7}"/>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latin typeface="Tenorite (Body)"/>
                <a:cs typeface="Times New Roman" panose="02020603050405020304" pitchFamily="18" charset="0"/>
              </a:endParaRPr>
            </a:p>
          </p:txBody>
        </p:sp>
      </p:grpSp>
    </p:spTree>
    <p:extLst>
      <p:ext uri="{BB962C8B-B14F-4D97-AF65-F5344CB8AC3E}">
        <p14:creationId xmlns:p14="http://schemas.microsoft.com/office/powerpoint/2010/main" val="34204591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0C1B7-6E4E-3DEE-50C0-1CA3B14303EE}"/>
              </a:ext>
            </a:extLst>
          </p:cNvPr>
          <p:cNvSpPr>
            <a:spLocks noGrp="1"/>
          </p:cNvSpPr>
          <p:nvPr>
            <p:ph type="ctrTitle"/>
          </p:nvPr>
        </p:nvSpPr>
        <p:spPr>
          <a:xfrm>
            <a:off x="594360" y="318173"/>
            <a:ext cx="5486400" cy="3291840"/>
          </a:xfrm>
        </p:spPr>
        <p:txBody>
          <a:bodyPr/>
          <a:lstStyle/>
          <a:p>
            <a:r>
              <a:rPr lang="en-US" dirty="0"/>
              <a:t>Thank you</a:t>
            </a:r>
          </a:p>
        </p:txBody>
      </p:sp>
      <p:sp>
        <p:nvSpPr>
          <p:cNvPr id="3" name="Text Placeholder 2">
            <a:extLst>
              <a:ext uri="{FF2B5EF4-FFF2-40B4-BE49-F238E27FC236}">
                <a16:creationId xmlns:a16="http://schemas.microsoft.com/office/drawing/2014/main" id="{8BE734F0-2DDD-AF70-F13D-F9E4C1929411}"/>
              </a:ext>
            </a:extLst>
          </p:cNvPr>
          <p:cNvSpPr>
            <a:spLocks noGrp="1"/>
          </p:cNvSpPr>
          <p:nvPr>
            <p:ph type="body" sz="quarter" idx="11"/>
          </p:nvPr>
        </p:nvSpPr>
        <p:spPr>
          <a:xfrm>
            <a:off x="594360" y="4596205"/>
            <a:ext cx="5486400" cy="1645920"/>
          </a:xfrm>
        </p:spPr>
        <p:txBody>
          <a:bodyPr/>
          <a:lstStyle/>
          <a:p>
            <a:r>
              <a:rPr lang="en-US" dirty="0"/>
              <a:t>hossainarif8364@gmail.com</a:t>
            </a:r>
          </a:p>
        </p:txBody>
      </p:sp>
    </p:spTree>
    <p:extLst>
      <p:ext uri="{BB962C8B-B14F-4D97-AF65-F5344CB8AC3E}">
        <p14:creationId xmlns:p14="http://schemas.microsoft.com/office/powerpoint/2010/main" val="4261132419"/>
      </p:ext>
    </p:extLst>
  </p:cSld>
  <p:clrMapOvr>
    <a:masterClrMapping/>
  </p:clrMapOvr>
</p:sld>
</file>

<file path=ppt/theme/theme1.xml><?xml version="1.0" encoding="utf-8"?>
<a:theme xmlns:a="http://schemas.openxmlformats.org/drawingml/2006/main" name="Custom">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78853419_Win32_SL_V5" id="{958D2C9E-948D-4354-BF9D-DF8AE3C2B240}" vid="{22D4A967-05D2-4D72-8594-54CFF341483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F4B194E-8B30-4377-8C59-ECFB902D2A26}">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2.xml><?xml version="1.0" encoding="utf-8"?>
<ds:datastoreItem xmlns:ds="http://schemas.openxmlformats.org/officeDocument/2006/customXml" ds:itemID="{C21FFAC0-05A2-416A-B06C-C248395482CF}">
  <ds:schemaRefs>
    <ds:schemaRef ds:uri="http://schemas.microsoft.com/sharepoint/v3/contenttype/forms"/>
  </ds:schemaRefs>
</ds:datastoreItem>
</file>

<file path=customXml/itemProps3.xml><?xml version="1.0" encoding="utf-8"?>
<ds:datastoreItem xmlns:ds="http://schemas.openxmlformats.org/officeDocument/2006/customXml" ds:itemID="{92DB9E12-8AC3-4138-BF4D-720A5525AB1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Geometric annual presentation</Template>
  <TotalTime>165</TotalTime>
  <Words>732</Words>
  <Application>Microsoft Office PowerPoint</Application>
  <PresentationFormat>Widescreen</PresentationFormat>
  <Paragraphs>49</Paragraphs>
  <Slides>9</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Calibri</vt:lpstr>
      <vt:lpstr>Franklin Gothic Book</vt:lpstr>
      <vt:lpstr>Franklin Gothic Book (Body)</vt:lpstr>
      <vt:lpstr>Franklin Gothic Demi</vt:lpstr>
      <vt:lpstr>Tenorite (Body)</vt:lpstr>
      <vt:lpstr>Custom</vt:lpstr>
      <vt:lpstr>Topic: Illustrate Agile Software Development and Its Core Principles</vt:lpstr>
      <vt:lpstr>Contents: </vt:lpstr>
      <vt:lpstr>Introduction</vt:lpstr>
      <vt:lpstr>Diagram</vt:lpstr>
      <vt:lpstr>Agile Methodology</vt:lpstr>
      <vt:lpstr>Agile Frameworks</vt:lpstr>
      <vt:lpstr>Advantages:</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Topic: Illustrate Agile Software Development and Its Core Principles</dc:title>
  <dc:creator>Arif Hossain</dc:creator>
  <cp:lastModifiedBy>Arif Hossain</cp:lastModifiedBy>
  <cp:revision>4</cp:revision>
  <dcterms:created xsi:type="dcterms:W3CDTF">2025-10-25T07:24:31Z</dcterms:created>
  <dcterms:modified xsi:type="dcterms:W3CDTF">2025-10-30T18:10:38Z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