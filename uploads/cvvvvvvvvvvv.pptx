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2213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8784" y="2107564"/>
            <a:ext cx="6803390" cy="9525"/>
          </a:xfrm>
          <a:custGeom>
            <a:avLst/>
            <a:gdLst/>
            <a:ahLst/>
            <a:cxnLst/>
            <a:rect l="l" t="t" r="r" b="b"/>
            <a:pathLst>
              <a:path w="6803390" h="9525">
                <a:moveTo>
                  <a:pt x="6802882" y="0"/>
                </a:moveTo>
                <a:lnTo>
                  <a:pt x="0" y="0"/>
                </a:lnTo>
                <a:lnTo>
                  <a:pt x="0" y="9144"/>
                </a:lnTo>
                <a:lnTo>
                  <a:pt x="6802882" y="9144"/>
                </a:lnTo>
                <a:lnTo>
                  <a:pt x="68028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4184" y="2325170"/>
            <a:ext cx="6752590" cy="236220"/>
          </a:xfrm>
          <a:prstGeom prst="rect">
            <a:avLst/>
          </a:prstGeom>
          <a:solidFill>
            <a:srgbClr val="A6A6A6"/>
          </a:solidFill>
          <a:ln w="609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375"/>
              </a:lnSpc>
            </a:pPr>
            <a:r>
              <a:rPr sz="1200" b="1" dirty="0">
                <a:latin typeface="Times New Roman"/>
                <a:cs typeface="Times New Roman"/>
              </a:rPr>
              <a:t>Career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Objective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520" y="3335754"/>
            <a:ext cx="6752590" cy="208915"/>
          </a:xfrm>
          <a:prstGeom prst="rect">
            <a:avLst/>
          </a:prstGeom>
          <a:solidFill>
            <a:srgbClr val="A6A6A6"/>
          </a:solidFill>
          <a:ln w="609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400"/>
              </a:lnSpc>
            </a:pPr>
            <a:r>
              <a:rPr sz="1200" b="1" spc="-10" dirty="0">
                <a:latin typeface="Times New Roman"/>
                <a:cs typeface="Times New Roman"/>
              </a:rPr>
              <a:t>Education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8319" y="5534348"/>
            <a:ext cx="6729730" cy="208915"/>
          </a:xfrm>
          <a:prstGeom prst="rect">
            <a:avLst/>
          </a:prstGeom>
          <a:solidFill>
            <a:srgbClr val="A6A6A6"/>
          </a:solidFill>
          <a:ln w="609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380"/>
              </a:lnSpc>
            </a:pPr>
            <a:r>
              <a:rPr sz="1200" b="1" dirty="0">
                <a:latin typeface="Times New Roman"/>
                <a:cs typeface="Times New Roman"/>
              </a:rPr>
              <a:t>Technical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Skills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8319" y="6605664"/>
            <a:ext cx="6752590" cy="207645"/>
          </a:xfrm>
          <a:prstGeom prst="rect">
            <a:avLst/>
          </a:prstGeom>
          <a:solidFill>
            <a:srgbClr val="A6A6A6"/>
          </a:solidFill>
          <a:ln w="609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375"/>
              </a:lnSpc>
            </a:pPr>
            <a:r>
              <a:rPr sz="1200" b="1" spc="-10" dirty="0">
                <a:latin typeface="Times New Roman"/>
                <a:cs typeface="Times New Roman"/>
              </a:rPr>
              <a:t>Internships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2119" y="1887982"/>
            <a:ext cx="198564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Taki Road</a:t>
            </a:r>
            <a:r>
              <a:rPr sz="1100" dirty="0">
                <a:latin typeface="Times New Roman"/>
                <a:cs typeface="Times New Roman"/>
              </a:rPr>
              <a:t>–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743437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14242" y="1488693"/>
            <a:ext cx="4018915" cy="593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600" b="1" dirty="0">
                <a:latin typeface="Times New Roman"/>
                <a:cs typeface="Times New Roman"/>
              </a:rPr>
              <a:t>Sk Arif Hossain</a:t>
            </a:r>
            <a:endParaRPr sz="1600" dirty="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  <a:spcBef>
                <a:spcPts val="1230"/>
              </a:spcBef>
              <a:tabLst>
                <a:tab pos="2963545" algn="l"/>
              </a:tabLst>
            </a:pPr>
            <a:r>
              <a:rPr lang="en-US" sz="1100" spc="-10" dirty="0">
                <a:latin typeface="Times New Roman"/>
                <a:cs typeface="Times New Roman"/>
              </a:rPr>
              <a:t>hossainarif8364@gmail.com</a:t>
            </a:r>
            <a:r>
              <a:rPr sz="1100" dirty="0">
                <a:latin typeface="Times New Roman"/>
                <a:cs typeface="Times New Roman"/>
              </a:rPr>
              <a:t>	+91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–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lang="en-US" sz="1100" spc="-10" dirty="0">
                <a:latin typeface="Times New Roman"/>
                <a:cs typeface="Times New Roman"/>
              </a:rPr>
              <a:t>7864982131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440" y="2717417"/>
            <a:ext cx="6750050" cy="394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1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4</a:t>
            </a:r>
            <a:r>
              <a:rPr sz="1050" baseline="31746" dirty="0">
                <a:latin typeface="Times New Roman"/>
                <a:cs typeface="Times New Roman"/>
              </a:rPr>
              <a:t>th</a:t>
            </a:r>
            <a:r>
              <a:rPr sz="1050" spc="104" baseline="3174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year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B.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Computer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Science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student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IIT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Madras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excellent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academic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record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keen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interest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practical </a:t>
            </a:r>
            <a:r>
              <a:rPr sz="1100" dirty="0">
                <a:latin typeface="Times New Roman"/>
                <a:cs typeface="Times New Roman"/>
              </a:rPr>
              <a:t>exposure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field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information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security,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especially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security.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440" y="3771194"/>
            <a:ext cx="2713990" cy="1699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100" marR="68580" indent="-229235">
              <a:lnSpc>
                <a:spcPct val="109100"/>
              </a:lnSpc>
              <a:spcBef>
                <a:spcPts val="100"/>
              </a:spcBef>
              <a:buFont typeface="Symbol"/>
              <a:buChar char=""/>
              <a:tabLst>
                <a:tab pos="292100" algn="l"/>
              </a:tabLst>
            </a:pPr>
            <a:r>
              <a:rPr sz="1100" dirty="0">
                <a:latin typeface="Times New Roman"/>
                <a:cs typeface="Times New Roman"/>
              </a:rPr>
              <a:t>B.Tech,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Computer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Science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&amp;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Engineering </a:t>
            </a:r>
            <a:r>
              <a:rPr sz="1100" spc="-25" dirty="0">
                <a:latin typeface="Times New Roman"/>
                <a:cs typeface="Times New Roman"/>
              </a:rPr>
              <a:t>2010-14</a:t>
            </a:r>
            <a:endParaRPr sz="1100" dirty="0">
              <a:latin typeface="Times New Roman"/>
              <a:cs typeface="Times New Roman"/>
            </a:endParaRPr>
          </a:p>
          <a:p>
            <a:pPr marL="292100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latin typeface="Times New Roman"/>
                <a:cs typeface="Times New Roman"/>
              </a:rPr>
              <a:t>IIT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Madras,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CGPA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–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8.52/10</a:t>
            </a:r>
            <a:endParaRPr sz="1100" dirty="0">
              <a:latin typeface="Times New Roman"/>
              <a:cs typeface="Times New Roman"/>
            </a:endParaRPr>
          </a:p>
          <a:p>
            <a:pPr marL="292100" marR="363220" indent="-229235">
              <a:lnSpc>
                <a:spcPct val="108200"/>
              </a:lnSpc>
              <a:spcBef>
                <a:spcPts val="120"/>
              </a:spcBef>
              <a:buFont typeface="Symbol"/>
              <a:buChar char=""/>
              <a:tabLst>
                <a:tab pos="292100" algn="l"/>
              </a:tabLst>
            </a:pPr>
            <a:r>
              <a:rPr sz="1100" dirty="0">
                <a:latin typeface="Times New Roman"/>
                <a:cs typeface="Times New Roman"/>
              </a:rPr>
              <a:t>12</a:t>
            </a:r>
            <a:r>
              <a:rPr sz="1050" baseline="31746" dirty="0">
                <a:latin typeface="Times New Roman"/>
                <a:cs typeface="Times New Roman"/>
              </a:rPr>
              <a:t>th</a:t>
            </a:r>
            <a:r>
              <a:rPr sz="1050" spc="112" baseline="31746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(Senior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Secondary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Examination) </a:t>
            </a:r>
            <a:r>
              <a:rPr sz="1100" spc="-20" dirty="0">
                <a:latin typeface="Times New Roman"/>
                <a:cs typeface="Times New Roman"/>
              </a:rPr>
              <a:t>2010</a:t>
            </a:r>
            <a:endParaRPr sz="1100" dirty="0">
              <a:latin typeface="Times New Roman"/>
              <a:cs typeface="Times New Roman"/>
            </a:endParaRPr>
          </a:p>
          <a:p>
            <a:pPr marL="292100">
              <a:lnSpc>
                <a:spcPct val="100000"/>
              </a:lnSpc>
              <a:spcBef>
                <a:spcPts val="135"/>
              </a:spcBef>
            </a:pPr>
            <a:r>
              <a:rPr sz="1100" dirty="0">
                <a:latin typeface="Times New Roman"/>
                <a:cs typeface="Times New Roman"/>
              </a:rPr>
              <a:t>CBSE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Board,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85%</a:t>
            </a:r>
            <a:endParaRPr sz="1100" dirty="0">
              <a:latin typeface="Times New Roman"/>
              <a:cs typeface="Times New Roman"/>
            </a:endParaRPr>
          </a:p>
          <a:p>
            <a:pPr marL="292100" marR="756285" indent="-229235">
              <a:lnSpc>
                <a:spcPct val="109100"/>
              </a:lnSpc>
              <a:spcBef>
                <a:spcPts val="80"/>
              </a:spcBef>
              <a:buFont typeface="Symbol"/>
              <a:buChar char=""/>
              <a:tabLst>
                <a:tab pos="292100" algn="l"/>
              </a:tabLst>
            </a:pPr>
            <a:r>
              <a:rPr sz="1100" dirty="0">
                <a:latin typeface="Times New Roman"/>
                <a:cs typeface="Times New Roman"/>
              </a:rPr>
              <a:t>10</a:t>
            </a:r>
            <a:r>
              <a:rPr sz="1050" baseline="31746" dirty="0">
                <a:latin typeface="Times New Roman"/>
                <a:cs typeface="Times New Roman"/>
              </a:rPr>
              <a:t>th</a:t>
            </a:r>
            <a:r>
              <a:rPr sz="1050" spc="97" baseline="31746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(Secondary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Examination) </a:t>
            </a:r>
            <a:r>
              <a:rPr sz="1100" spc="-20" dirty="0">
                <a:latin typeface="Times New Roman"/>
                <a:cs typeface="Times New Roman"/>
              </a:rPr>
              <a:t>2008</a:t>
            </a:r>
            <a:endParaRPr sz="1100" dirty="0">
              <a:latin typeface="Times New Roman"/>
              <a:cs typeface="Times New Roman"/>
            </a:endParaRPr>
          </a:p>
          <a:p>
            <a:pPr marL="292100">
              <a:lnSpc>
                <a:spcPct val="100000"/>
              </a:lnSpc>
              <a:spcBef>
                <a:spcPts val="135"/>
              </a:spcBef>
            </a:pPr>
            <a:r>
              <a:rPr sz="1100" dirty="0">
                <a:latin typeface="Times New Roman"/>
                <a:cs typeface="Times New Roman"/>
              </a:rPr>
              <a:t>CBSE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Board,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92%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3100" y="5912444"/>
            <a:ext cx="3643629" cy="41655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15"/>
              </a:spcBef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–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C++,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Java</a:t>
            </a:r>
            <a:endParaRPr sz="11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latin typeface="Times New Roman"/>
                <a:cs typeface="Times New Roman"/>
              </a:rPr>
              <a:t>Web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Technologies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–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PHP,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MySQL,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HTML,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CSS,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JavaScript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3100" y="8261451"/>
            <a:ext cx="6526530" cy="115189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241300" algn="l"/>
                <a:tab pos="5887085" algn="l"/>
              </a:tabLst>
            </a:pPr>
            <a:r>
              <a:rPr sz="1100" b="1" dirty="0">
                <a:latin typeface="Times New Roman"/>
                <a:cs typeface="Times New Roman"/>
              </a:rPr>
              <a:t>Web</a:t>
            </a:r>
            <a:r>
              <a:rPr sz="1100" b="1" spc="-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Development</a:t>
            </a:r>
            <a:r>
              <a:rPr sz="1100" b="1" spc="-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intern,</a:t>
            </a:r>
            <a:r>
              <a:rPr sz="1100" b="1" spc="-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XYZ</a:t>
            </a:r>
            <a:r>
              <a:rPr sz="1100" b="1" spc="-45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Ltd.</a:t>
            </a:r>
            <a:r>
              <a:rPr sz="1100" b="1" dirty="0">
                <a:latin typeface="Times New Roman"/>
                <a:cs typeface="Times New Roman"/>
              </a:rPr>
              <a:t>	Jun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Jul’13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latin typeface="Times New Roman"/>
                <a:cs typeface="Times New Roman"/>
              </a:rPr>
              <a:t>Worked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new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portal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LAMP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stack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&amp;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CodeIgniter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framework.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wrote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</a:t>
            </a:r>
            <a:endParaRPr sz="1100">
              <a:latin typeface="Times New Roman"/>
              <a:cs typeface="Times New Roman"/>
            </a:endParaRPr>
          </a:p>
          <a:p>
            <a:pPr marL="241300" marR="47625">
              <a:lnSpc>
                <a:spcPct val="110000"/>
              </a:lnSpc>
              <a:spcBef>
                <a:spcPts val="15"/>
              </a:spcBef>
            </a:pPr>
            <a:r>
              <a:rPr sz="1100" dirty="0">
                <a:latin typeface="Times New Roman"/>
                <a:cs typeface="Times New Roman"/>
              </a:rPr>
              <a:t>crawler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 would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parse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pre-</a:t>
            </a:r>
            <a:r>
              <a:rPr sz="1100" dirty="0">
                <a:latin typeface="Times New Roman"/>
                <a:cs typeface="Times New Roman"/>
              </a:rPr>
              <a:t>defined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pages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(~1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pages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day)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insert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relevant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 </a:t>
            </a:r>
            <a:r>
              <a:rPr sz="1100" spc="-25" dirty="0">
                <a:latin typeface="Times New Roman"/>
                <a:cs typeface="Times New Roman"/>
              </a:rPr>
              <a:t>in </a:t>
            </a:r>
            <a:r>
              <a:rPr sz="1100" dirty="0">
                <a:latin typeface="Times New Roman"/>
                <a:cs typeface="Times New Roman"/>
              </a:rPr>
              <a:t>desired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format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portal’s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database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tables.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241300" algn="l"/>
              </a:tabLst>
            </a:pPr>
            <a:r>
              <a:rPr sz="1100" b="1" dirty="0">
                <a:latin typeface="Times New Roman"/>
                <a:cs typeface="Times New Roman"/>
              </a:rPr>
              <a:t>Received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Best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Intern</a:t>
            </a:r>
            <a:r>
              <a:rPr sz="1100" b="1" spc="-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award</a:t>
            </a:r>
            <a:r>
              <a:rPr sz="1100" b="1" spc="-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(among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35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interns)</a:t>
            </a:r>
            <a:r>
              <a:rPr sz="1100" b="1" spc="-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from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CEO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organization.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25"/>
              </a:spcBef>
              <a:buFont typeface="Symbol"/>
              <a:buChar char=""/>
              <a:tabLst>
                <a:tab pos="241300" algn="l"/>
                <a:tab pos="6055995" algn="l"/>
              </a:tabLst>
            </a:pPr>
            <a:r>
              <a:rPr sz="1100" b="1" dirty="0">
                <a:latin typeface="Times New Roman"/>
                <a:cs typeface="Times New Roman"/>
              </a:rPr>
              <a:t>Research</a:t>
            </a:r>
            <a:r>
              <a:rPr sz="1100" b="1" spc="-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intern,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Carnegie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Melon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University,</a:t>
            </a:r>
            <a:r>
              <a:rPr sz="1100" b="1" spc="-25" dirty="0">
                <a:latin typeface="Times New Roman"/>
                <a:cs typeface="Times New Roman"/>
              </a:rPr>
              <a:t> USA</a:t>
            </a:r>
            <a:r>
              <a:rPr sz="1100" b="1" dirty="0">
                <a:latin typeface="Times New Roman"/>
                <a:cs typeface="Times New Roman"/>
              </a:rPr>
              <a:t>	</a:t>
            </a:r>
            <a:r>
              <a:rPr sz="1100" b="1" spc="-10" dirty="0">
                <a:latin typeface="Times New Roman"/>
                <a:cs typeface="Times New Roman"/>
              </a:rPr>
              <a:t>Dec’12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25800" y="479425"/>
            <a:ext cx="1104900" cy="9906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100">
              <a:latin typeface="Times New Roman"/>
              <a:cs typeface="Times New Roman"/>
            </a:endParaRPr>
          </a:p>
          <a:p>
            <a:pPr marL="144145">
              <a:lnSpc>
                <a:spcPct val="100000"/>
              </a:lnSpc>
              <a:spcBef>
                <a:spcPts val="5"/>
              </a:spcBef>
            </a:pPr>
            <a:r>
              <a:rPr sz="1100" spc="-10" dirty="0">
                <a:latin typeface="Calibri"/>
                <a:cs typeface="Calibri"/>
              </a:rPr>
              <a:t>PHOTOGRAPH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4800" y="304799"/>
            <a:ext cx="7164070" cy="9450070"/>
          </a:xfrm>
          <a:custGeom>
            <a:avLst/>
            <a:gdLst/>
            <a:ahLst/>
            <a:cxnLst/>
            <a:rect l="l" t="t" r="r" b="b"/>
            <a:pathLst>
              <a:path w="7164070" h="9450070">
                <a:moveTo>
                  <a:pt x="7164057" y="9443936"/>
                </a:moveTo>
                <a:lnTo>
                  <a:pt x="7157974" y="9443936"/>
                </a:lnTo>
                <a:lnTo>
                  <a:pt x="6096" y="9443936"/>
                </a:lnTo>
                <a:lnTo>
                  <a:pt x="0" y="9443936"/>
                </a:lnTo>
                <a:lnTo>
                  <a:pt x="0" y="9450019"/>
                </a:lnTo>
                <a:lnTo>
                  <a:pt x="6096" y="9450019"/>
                </a:lnTo>
                <a:lnTo>
                  <a:pt x="7157974" y="9450019"/>
                </a:lnTo>
                <a:lnTo>
                  <a:pt x="7164057" y="9450019"/>
                </a:lnTo>
                <a:lnTo>
                  <a:pt x="7164057" y="9443936"/>
                </a:lnTo>
                <a:close/>
              </a:path>
              <a:path w="7164070" h="9450070">
                <a:moveTo>
                  <a:pt x="7164057" y="0"/>
                </a:moveTo>
                <a:lnTo>
                  <a:pt x="7157974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3923"/>
                </a:lnTo>
                <a:lnTo>
                  <a:pt x="6096" y="9443923"/>
                </a:lnTo>
                <a:lnTo>
                  <a:pt x="6096" y="6096"/>
                </a:lnTo>
                <a:lnTo>
                  <a:pt x="7157974" y="6096"/>
                </a:lnTo>
                <a:lnTo>
                  <a:pt x="7157974" y="9443923"/>
                </a:lnTo>
                <a:lnTo>
                  <a:pt x="7164057" y="9443923"/>
                </a:lnTo>
                <a:lnTo>
                  <a:pt x="7164057" y="6096"/>
                </a:lnTo>
                <a:lnTo>
                  <a:pt x="71640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CD930B6-1588-6838-A345-E7FAB52397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242" y="450397"/>
            <a:ext cx="1143000" cy="10555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8319" y="1383664"/>
            <a:ext cx="6752590" cy="208915"/>
          </a:xfrm>
          <a:prstGeom prst="rect">
            <a:avLst/>
          </a:prstGeom>
          <a:solidFill>
            <a:srgbClr val="A6A6A6"/>
          </a:solidFill>
          <a:ln w="609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370"/>
              </a:lnSpc>
            </a:pPr>
            <a:r>
              <a:rPr sz="1200" b="1" dirty="0">
                <a:latin typeface="Times New Roman"/>
                <a:cs typeface="Times New Roman"/>
              </a:rPr>
              <a:t>Academic</a:t>
            </a:r>
            <a:r>
              <a:rPr sz="1200" b="1" spc="-7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Projects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8319" y="2716529"/>
            <a:ext cx="6752590" cy="207645"/>
          </a:xfrm>
          <a:prstGeom prst="rect">
            <a:avLst/>
          </a:prstGeom>
          <a:solidFill>
            <a:srgbClr val="A6A6A6"/>
          </a:solidFill>
          <a:ln w="609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375"/>
              </a:lnSpc>
            </a:pPr>
            <a:r>
              <a:rPr sz="1200" b="1" dirty="0">
                <a:latin typeface="Times New Roman"/>
                <a:cs typeface="Times New Roman"/>
              </a:rPr>
              <a:t>Trainings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&amp;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Workshops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8319" y="3688715"/>
            <a:ext cx="6752590" cy="208915"/>
          </a:xfrm>
          <a:prstGeom prst="rect">
            <a:avLst/>
          </a:prstGeom>
          <a:solidFill>
            <a:srgbClr val="A6A6A6"/>
          </a:solidFill>
          <a:ln w="609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370"/>
              </a:lnSpc>
            </a:pPr>
            <a:r>
              <a:rPr sz="1200" b="1" spc="-10" dirty="0">
                <a:latin typeface="Times New Roman"/>
                <a:cs typeface="Times New Roman"/>
              </a:rPr>
              <a:t>Achievements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8319" y="4661534"/>
            <a:ext cx="6752590" cy="207645"/>
          </a:xfrm>
          <a:prstGeom prst="rect">
            <a:avLst/>
          </a:prstGeom>
          <a:solidFill>
            <a:srgbClr val="A6A6A6"/>
          </a:solidFill>
          <a:ln w="609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375"/>
              </a:lnSpc>
            </a:pPr>
            <a:r>
              <a:rPr sz="1200" b="1" spc="-10" dirty="0">
                <a:latin typeface="Times New Roman"/>
                <a:cs typeface="Times New Roman"/>
              </a:rPr>
              <a:t>Extra-curricular</a:t>
            </a:r>
            <a:r>
              <a:rPr sz="1200" b="1" spc="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Activities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8319" y="5827395"/>
            <a:ext cx="6752590" cy="208915"/>
          </a:xfrm>
          <a:prstGeom prst="rect">
            <a:avLst/>
          </a:prstGeom>
          <a:solidFill>
            <a:srgbClr val="A6A6A6"/>
          </a:solidFill>
          <a:ln w="609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380"/>
              </a:lnSpc>
            </a:pPr>
            <a:r>
              <a:rPr sz="1200" b="1" dirty="0">
                <a:latin typeface="Times New Roman"/>
                <a:cs typeface="Times New Roman"/>
              </a:rPr>
              <a:t>Hobbies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&amp;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Interests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420725"/>
            <a:ext cx="6230620" cy="763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95"/>
              </a:spcBef>
            </a:pPr>
            <a:r>
              <a:rPr sz="1100" dirty="0">
                <a:latin typeface="Times New Roman"/>
                <a:cs typeface="Times New Roman"/>
              </a:rPr>
              <a:t>Underwent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week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fully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sponsored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classroom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research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methodologies,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&amp; </a:t>
            </a:r>
            <a:r>
              <a:rPr sz="1100" dirty="0">
                <a:latin typeface="Times New Roman"/>
                <a:cs typeface="Times New Roman"/>
              </a:rPr>
              <a:t>technologies.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worked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speech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technology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track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involved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detecting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key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chord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</a:t>
            </a:r>
            <a:r>
              <a:rPr sz="1100" dirty="0">
                <a:latin typeface="Times New Roman"/>
                <a:cs typeface="Times New Roman"/>
              </a:rPr>
              <a:t>given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unfinished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musical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piece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(used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Hidden Markov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Models), selecting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suitable ‘completing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chord </a:t>
            </a:r>
            <a:r>
              <a:rPr sz="1100" dirty="0">
                <a:latin typeface="Times New Roman"/>
                <a:cs typeface="Times New Roman"/>
              </a:rPr>
              <a:t>progression’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music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theory,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synthesizing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finishing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phrase.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3100" y="1746859"/>
            <a:ext cx="6504305" cy="77089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254"/>
              </a:spcBef>
              <a:buFont typeface="Symbol"/>
              <a:buChar char=""/>
              <a:tabLst>
                <a:tab pos="240665" algn="l"/>
                <a:tab pos="5795645" algn="l"/>
              </a:tabLst>
            </a:pPr>
            <a:r>
              <a:rPr sz="1100" b="1" dirty="0">
                <a:latin typeface="Times New Roman"/>
                <a:cs typeface="Times New Roman"/>
              </a:rPr>
              <a:t>Handwritten</a:t>
            </a:r>
            <a:r>
              <a:rPr sz="1100" b="1" spc="-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Digit</a:t>
            </a:r>
            <a:r>
              <a:rPr sz="1100" b="1" spc="-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Recognition</a:t>
            </a:r>
            <a:r>
              <a:rPr sz="1100" b="1" dirty="0">
                <a:latin typeface="Times New Roman"/>
                <a:cs typeface="Times New Roman"/>
              </a:rPr>
              <a:t>	</a:t>
            </a:r>
            <a:r>
              <a:rPr sz="1100" b="1" spc="-25" dirty="0">
                <a:latin typeface="Times New Roman"/>
                <a:cs typeface="Times New Roman"/>
              </a:rPr>
              <a:t>Aug-</a:t>
            </a:r>
            <a:r>
              <a:rPr sz="1100" b="1" spc="-10" dirty="0">
                <a:latin typeface="Times New Roman"/>
                <a:cs typeface="Times New Roman"/>
              </a:rPr>
              <a:t>Dec’12</a:t>
            </a:r>
            <a:endParaRPr sz="1100">
              <a:latin typeface="Times New Roman"/>
              <a:cs typeface="Times New Roman"/>
            </a:endParaRPr>
          </a:p>
          <a:p>
            <a:pPr marL="241300" marR="81915" algn="just">
              <a:lnSpc>
                <a:spcPct val="110500"/>
              </a:lnSpc>
              <a:spcBef>
                <a:spcPts val="15"/>
              </a:spcBef>
            </a:pP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B.Tech.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Research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(6th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Semester,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team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two),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techniques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Otsu's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</a:t>
            </a:r>
            <a:r>
              <a:rPr sz="1100" dirty="0">
                <a:latin typeface="Times New Roman"/>
                <a:cs typeface="Times New Roman"/>
              </a:rPr>
              <a:t>Multi-Layer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Perceptron,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achieve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95.6%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detecting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legible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Handwritten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Numerical Digits.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I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responsible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GUI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J2SE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(Java).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3100" y="3074644"/>
            <a:ext cx="3921760" cy="41275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00"/>
              </a:spcBef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latin typeface="Times New Roman"/>
                <a:cs typeface="Times New Roman"/>
              </a:rPr>
              <a:t>Six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weeks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CEH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(Certified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Ethical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Hacker)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&amp;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certification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latin typeface="Times New Roman"/>
                <a:cs typeface="Times New Roman"/>
              </a:rPr>
              <a:t>Attended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2-</a:t>
            </a:r>
            <a:r>
              <a:rPr sz="1100" dirty="0">
                <a:latin typeface="Times New Roman"/>
                <a:cs typeface="Times New Roman"/>
              </a:rPr>
              <a:t>day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workshop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HTML5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93002" y="3074644"/>
            <a:ext cx="659765" cy="41275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300"/>
              </a:spcBef>
            </a:pPr>
            <a:r>
              <a:rPr sz="1100" b="1" spc="-20" dirty="0">
                <a:latin typeface="Times New Roman"/>
                <a:cs typeface="Times New Roman"/>
              </a:rPr>
              <a:t>Jun-</a:t>
            </a:r>
            <a:r>
              <a:rPr sz="1100" b="1" spc="-10" dirty="0">
                <a:latin typeface="Times New Roman"/>
                <a:cs typeface="Times New Roman"/>
              </a:rPr>
              <a:t>Jul’12</a:t>
            </a:r>
            <a:endParaRPr sz="1100">
              <a:latin typeface="Times New Roman"/>
              <a:cs typeface="Times New Roman"/>
            </a:endParaRPr>
          </a:p>
          <a:p>
            <a:pPr marR="21590" algn="r">
              <a:lnSpc>
                <a:spcPct val="100000"/>
              </a:lnSpc>
              <a:spcBef>
                <a:spcPts val="204"/>
              </a:spcBef>
            </a:pPr>
            <a:r>
              <a:rPr sz="1100" b="1" spc="-10" dirty="0">
                <a:latin typeface="Times New Roman"/>
                <a:cs typeface="Times New Roman"/>
              </a:rPr>
              <a:t>Nov’11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3100" y="4046956"/>
            <a:ext cx="3961765" cy="41275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00"/>
              </a:spcBef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latin typeface="Times New Roman"/>
                <a:cs typeface="Times New Roman"/>
              </a:rPr>
              <a:t>Secured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India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Rank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78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(99.9%ile)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JEE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2010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latin typeface="Times New Roman"/>
                <a:cs typeface="Times New Roman"/>
              </a:rPr>
              <a:t>Represented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IIT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Madras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Regional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ACM-</a:t>
            </a:r>
            <a:r>
              <a:rPr sz="1100" dirty="0">
                <a:latin typeface="Times New Roman"/>
                <a:cs typeface="Times New Roman"/>
              </a:rPr>
              <a:t>ICPC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20" dirty="0">
                <a:latin typeface="Times New Roman"/>
                <a:cs typeface="Times New Roman"/>
              </a:rPr>
              <a:t> 2012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3100" y="5022316"/>
            <a:ext cx="5823585" cy="60515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90"/>
              </a:spcBef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latin typeface="Times New Roman"/>
                <a:cs typeface="Times New Roman"/>
              </a:rPr>
              <a:t>Branch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Councillor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year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2012-</a:t>
            </a:r>
            <a:r>
              <a:rPr sz="1100" dirty="0">
                <a:latin typeface="Times New Roman"/>
                <a:cs typeface="Times New Roman"/>
              </a:rPr>
              <a:t>13,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responsible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&amp;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placement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activities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120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students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90"/>
              </a:spcBef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undergone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years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formal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classical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music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(2005-</a:t>
            </a:r>
            <a:r>
              <a:rPr sz="1100" spc="-25" dirty="0">
                <a:latin typeface="Times New Roman"/>
                <a:cs typeface="Times New Roman"/>
              </a:rPr>
              <a:t>10)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20"/>
              </a:spcBef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latin typeface="Times New Roman"/>
                <a:cs typeface="Times New Roman"/>
              </a:rPr>
              <a:t>Hobbies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reading</a:t>
            </a:r>
            <a:r>
              <a:rPr sz="1100" spc="-10" dirty="0">
                <a:latin typeface="Times New Roman"/>
                <a:cs typeface="Times New Roman"/>
              </a:rPr>
              <a:t> sci-</a:t>
            </a:r>
            <a:r>
              <a:rPr sz="1100" dirty="0">
                <a:latin typeface="Times New Roman"/>
                <a:cs typeface="Times New Roman"/>
              </a:rPr>
              <a:t>fi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novels,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trekking,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writing.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3100" y="6183858"/>
            <a:ext cx="1988820" cy="61087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15"/>
              </a:spcBef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latin typeface="Times New Roman"/>
                <a:cs typeface="Times New Roman"/>
              </a:rPr>
              <a:t>Playing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Chess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latin typeface="Times New Roman"/>
                <a:cs typeface="Times New Roman"/>
              </a:rPr>
              <a:t>Hiking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nature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photography</a:t>
            </a: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latin typeface="Times New Roman"/>
                <a:cs typeface="Times New Roman"/>
              </a:rPr>
              <a:t>Volunteering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animal</a:t>
            </a:r>
            <a:r>
              <a:rPr sz="1100" spc="-10" dirty="0">
                <a:latin typeface="Times New Roman"/>
                <a:cs typeface="Times New Roman"/>
              </a:rPr>
              <a:t> shelters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4500" y="7097648"/>
            <a:ext cx="7131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Times New Roman"/>
                <a:cs typeface="Times New Roman"/>
              </a:rPr>
              <a:t>Signature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spc="-50" dirty="0">
                <a:latin typeface="Times New Roman"/>
                <a:cs typeface="Times New Roman"/>
              </a:rPr>
              <a:t>–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63817" y="7097648"/>
            <a:ext cx="3467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Times New Roman"/>
                <a:cs typeface="Times New Roman"/>
              </a:rPr>
              <a:t>Date-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4800" y="304799"/>
            <a:ext cx="7164070" cy="9450070"/>
          </a:xfrm>
          <a:custGeom>
            <a:avLst/>
            <a:gdLst/>
            <a:ahLst/>
            <a:cxnLst/>
            <a:rect l="l" t="t" r="r" b="b"/>
            <a:pathLst>
              <a:path w="7164070" h="9450070">
                <a:moveTo>
                  <a:pt x="7164057" y="9443936"/>
                </a:moveTo>
                <a:lnTo>
                  <a:pt x="7157974" y="9443936"/>
                </a:lnTo>
                <a:lnTo>
                  <a:pt x="6096" y="9443936"/>
                </a:lnTo>
                <a:lnTo>
                  <a:pt x="0" y="9443936"/>
                </a:lnTo>
                <a:lnTo>
                  <a:pt x="0" y="9450019"/>
                </a:lnTo>
                <a:lnTo>
                  <a:pt x="6096" y="9450019"/>
                </a:lnTo>
                <a:lnTo>
                  <a:pt x="7157974" y="9450019"/>
                </a:lnTo>
                <a:lnTo>
                  <a:pt x="7164057" y="9450019"/>
                </a:lnTo>
                <a:lnTo>
                  <a:pt x="7164057" y="9443936"/>
                </a:lnTo>
                <a:close/>
              </a:path>
              <a:path w="7164070" h="9450070">
                <a:moveTo>
                  <a:pt x="7164057" y="0"/>
                </a:moveTo>
                <a:lnTo>
                  <a:pt x="7157974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9443923"/>
                </a:lnTo>
                <a:lnTo>
                  <a:pt x="6096" y="9443923"/>
                </a:lnTo>
                <a:lnTo>
                  <a:pt x="6096" y="6096"/>
                </a:lnTo>
                <a:lnTo>
                  <a:pt x="7157974" y="6096"/>
                </a:lnTo>
                <a:lnTo>
                  <a:pt x="7157974" y="9443923"/>
                </a:lnTo>
                <a:lnTo>
                  <a:pt x="7164057" y="9443923"/>
                </a:lnTo>
                <a:lnTo>
                  <a:pt x="7164057" y="6096"/>
                </a:lnTo>
                <a:lnTo>
                  <a:pt x="71640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434</Words>
  <Application>Microsoft Office PowerPoint</Application>
  <PresentationFormat>Custom</PresentationFormat>
  <Paragraphs>46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Calibri</vt:lpstr>
      <vt:lpstr>Symbol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Internshala</dc:creator>
  <cp:lastModifiedBy>Arif Hossain</cp:lastModifiedBy>
  <cp:revision>1</cp:revision>
  <dcterms:created xsi:type="dcterms:W3CDTF">2025-08-24T08:10:45Z</dcterms:created>
  <dcterms:modified xsi:type="dcterms:W3CDTF">2025-08-24T10:10:41Z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2025-02-21T00:00:00Z</vt:filetime>
  </property>
  <property fmtid="{D5CDD505-2E9C-101B-9397-08002B2CF9AE}" pid="3" name="Creator">
    <vt:lpwstr>Microsoft® Word LTSC</vt:lpwstr>
  </property>
  <property fmtid="{D5CDD505-2E9C-101B-9397-08002B2CF9AE}" pid="4" name="LastSaved">
    <vt:filetime>2025-08-24T00:00:00Z</vt:filetime>
  </property>
  <property fmtid="{D5CDD505-2E9C-101B-9397-08002B2CF9AE}" pid="5" name="Producer">
    <vt:lpwstr>Microsoft® Word LTSC</vt:lpwstr>
  </property>
</Properties>
</file>