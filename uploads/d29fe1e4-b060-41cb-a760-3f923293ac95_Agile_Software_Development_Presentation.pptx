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Agile Software Development and Its Core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SK Arif Hossain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Agile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Software Development is a methodology that promotes continuous iteration of development and testing throughout the software development lifecycle. It emphasizes flexibility, collaboration, and customer feedback to deliver high-quality software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Iterative and incremental development</a:t>
            </a:r>
          </a:p>
          <a:p>
            <a:r>
              <a:t>- Adaptive planning and evolutionary design</a:t>
            </a:r>
          </a:p>
          <a:p>
            <a:r>
              <a:t>- Early delivery and continuous improvement</a:t>
            </a:r>
          </a:p>
          <a:p>
            <a:r>
              <a:t>- Close collaboration between cross-functional teams</a:t>
            </a:r>
          </a:p>
          <a:p>
            <a:r>
              <a:t>- Focus on 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Agile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Scrum – Based on sprints and daily stand-up meetings.</a:t>
            </a:r>
          </a:p>
          <a:p>
            <a:r>
              <a:t>2. Kanban – Uses a visual board to track workflow and limit work in progress.</a:t>
            </a:r>
          </a:p>
          <a:p>
            <a:r>
              <a:t>3. Extreme Programming (XP) – Focuses on engineering excellence and frequent releases.</a:t>
            </a:r>
          </a:p>
          <a:p>
            <a:r>
              <a:t>4. Lean Software Development – Reduces waste and maximizes value.</a:t>
            </a:r>
          </a:p>
          <a:p>
            <a:r>
              <a:t>5. Crystal – Adapts process depending on project size and criticality.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Manifesto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Agile Manifesto outlines four core values:</a:t>
            </a:r>
          </a:p>
          <a:p>
            <a:r>
              <a:t>1. Individuals and interactions over processes and tools.</a:t>
            </a:r>
          </a:p>
          <a:p>
            <a:r>
              <a:t>2. Working software over comprehensive documentation.</a:t>
            </a:r>
          </a:p>
          <a:p>
            <a:r>
              <a:t>3. Customer collaboration over contract negotiation.</a:t>
            </a:r>
          </a:p>
          <a:p>
            <a:r>
              <a:t>4. Responding to change over following a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Principles of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satisfaction through early and continuous delivery.</a:t>
            </a:r>
          </a:p>
          <a:p>
            <a:r>
              <a:t>2. Welcome changing requirements, even late in development.</a:t>
            </a:r>
          </a:p>
          <a:p>
            <a:r>
              <a:t>3. Deliver working software frequently.</a:t>
            </a:r>
          </a:p>
          <a:p>
            <a:r>
              <a:t>4. Collaboration between business people and developers.</a:t>
            </a:r>
          </a:p>
          <a:p>
            <a:r>
              <a:t>5. Build projects around motivated individuals.</a:t>
            </a:r>
          </a:p>
          <a:p>
            <a:r>
              <a:t>6. Simplicity—the art of maximizing the amount of work not done—is essential.</a:t>
            </a:r>
          </a:p>
          <a:p>
            <a:r>
              <a:t>7. Continuous attention to technical excellence and good design enhances agility.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 of Agile include:</a:t>
            </a:r>
          </a:p>
          <a:p>
            <a:r>
              <a:t>- Faster time to market.</a:t>
            </a:r>
          </a:p>
          <a:p>
            <a:r>
              <a:t>- Improved product quality.</a:t>
            </a:r>
          </a:p>
          <a:p>
            <a:r>
              <a:t>- Greater customer satisfaction.</a:t>
            </a:r>
          </a:p>
          <a:p>
            <a:r>
              <a:t>- Better team morale and collaboration.</a:t>
            </a:r>
          </a:p>
          <a:p/>
          <a:p>
            <a:r>
              <a:t>Conclusion:</a:t>
            </a:r>
          </a:p>
          <a:p>
            <a:r>
              <a:t>Agile Software Development is a powerful and flexible approach that helps teams deliver high-quality software efficiently by embracing change and promoting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